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39"/>
  </p:notesMasterIdLst>
  <p:sldIdLst>
    <p:sldId id="3100" r:id="rId5"/>
    <p:sldId id="3113" r:id="rId6"/>
    <p:sldId id="3123" r:id="rId7"/>
    <p:sldId id="3158" r:id="rId8"/>
    <p:sldId id="3164" r:id="rId9"/>
    <p:sldId id="3165" r:id="rId10"/>
    <p:sldId id="3157" r:id="rId11"/>
    <p:sldId id="3159" r:id="rId12"/>
    <p:sldId id="3124" r:id="rId13"/>
    <p:sldId id="3127" r:id="rId14"/>
    <p:sldId id="3151" r:id="rId15"/>
    <p:sldId id="3139" r:id="rId16"/>
    <p:sldId id="3148" r:id="rId17"/>
    <p:sldId id="3161" r:id="rId18"/>
    <p:sldId id="3149" r:id="rId19"/>
    <p:sldId id="3150" r:id="rId20"/>
    <p:sldId id="3153" r:id="rId21"/>
    <p:sldId id="3147" r:id="rId22"/>
    <p:sldId id="3125" r:id="rId23"/>
    <p:sldId id="3154" r:id="rId24"/>
    <p:sldId id="3162" r:id="rId25"/>
    <p:sldId id="3135" r:id="rId26"/>
    <p:sldId id="3163" r:id="rId27"/>
    <p:sldId id="3141" r:id="rId28"/>
    <p:sldId id="3169" r:id="rId29"/>
    <p:sldId id="3170" r:id="rId30"/>
    <p:sldId id="3168" r:id="rId31"/>
    <p:sldId id="3171" r:id="rId32"/>
    <p:sldId id="3172" r:id="rId33"/>
    <p:sldId id="3173" r:id="rId34"/>
    <p:sldId id="3144" r:id="rId35"/>
    <p:sldId id="3174" r:id="rId36"/>
    <p:sldId id="3156" r:id="rId37"/>
    <p:sldId id="3146" r:id="rId38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3901D"/>
    <a:srgbClr val="D9531E"/>
    <a:srgbClr val="0096D6"/>
    <a:srgbClr val="400F60"/>
    <a:srgbClr val="F1E3C5"/>
    <a:srgbClr val="6D8D24"/>
    <a:srgbClr val="9FA617"/>
    <a:srgbClr val="002D5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767" autoAdjust="0"/>
    <p:restoredTop sz="97440" autoAdjust="0"/>
  </p:normalViewPr>
  <p:slideViewPr>
    <p:cSldViewPr snapToGrid="0" snapToObjects="1">
      <p:cViewPr varScale="1">
        <p:scale>
          <a:sx n="157" d="100"/>
          <a:sy n="157" d="100"/>
        </p:scale>
        <p:origin x="408" y="138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\\doti.sto.denverco.gov\doti\public_works\PWTRANDE\SHARED\03_PWPDCD_ProjectDevelopmentTeam\Engineers\Boncore\Alameda%20After%20Study\analysis\crf%20calcs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Expected vs. Actual Crash</a:t>
            </a:r>
            <a:r>
              <a:rPr lang="en-US" baseline="0" dirty="0"/>
              <a:t> Rate</a:t>
            </a:r>
            <a:endParaRPr lang="en-US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col"/>
        <c:grouping val="clustered"/>
        <c:varyColors val="0"/>
        <c:ser>
          <c:idx val="0"/>
          <c:order val="0"/>
          <c:tx>
            <c:strRef>
              <c:f>Sheet1!$H$1</c:f>
              <c:strCache>
                <c:ptCount val="1"/>
                <c:pt idx="0">
                  <c:v>Expected total spf</c:v>
                </c:pt>
              </c:strCache>
            </c:strRef>
          </c:tx>
          <c:spPr>
            <a:gradFill flip="none" rotWithShape="1">
              <a:gsLst>
                <a:gs pos="0">
                  <a:schemeClr val="accent1">
                    <a:lumMod val="89000"/>
                  </a:schemeClr>
                </a:gs>
                <a:gs pos="23000">
                  <a:schemeClr val="accent1">
                    <a:lumMod val="89000"/>
                  </a:schemeClr>
                </a:gs>
                <a:gs pos="69000">
                  <a:schemeClr val="accent1">
                    <a:lumMod val="75000"/>
                  </a:schemeClr>
                </a:gs>
                <a:gs pos="97000">
                  <a:schemeClr val="accent1">
                    <a:lumMod val="70000"/>
                  </a:schemeClr>
                </a:gs>
              </a:gsLst>
              <a:lin ang="2700000" scaled="1"/>
              <a:tileRect/>
            </a:gradFill>
            <a:ln>
              <a:noFill/>
            </a:ln>
            <a:effectLst/>
            <a:sp3d/>
          </c:spPr>
          <c:invertIfNegative val="0"/>
          <c:cat>
            <c:strRef>
              <c:f>Sheet1!$A$3:$A$20</c:f>
              <c:strCache>
                <c:ptCount val="16"/>
                <c:pt idx="0">
                  <c:v>Lincoln</c:v>
                </c:pt>
                <c:pt idx="1">
                  <c:v>Sherman</c:v>
                </c:pt>
                <c:pt idx="2">
                  <c:v>Grant</c:v>
                </c:pt>
                <c:pt idx="3">
                  <c:v>Logan</c:v>
                </c:pt>
                <c:pt idx="4">
                  <c:v>Pennsylvania</c:v>
                </c:pt>
                <c:pt idx="5">
                  <c:v>Pearl</c:v>
                </c:pt>
                <c:pt idx="6">
                  <c:v>Washington</c:v>
                </c:pt>
                <c:pt idx="7">
                  <c:v>Clarkson</c:v>
                </c:pt>
                <c:pt idx="8">
                  <c:v>Emerson</c:v>
                </c:pt>
                <c:pt idx="9">
                  <c:v>Ogden</c:v>
                </c:pt>
                <c:pt idx="10">
                  <c:v>Corona</c:v>
                </c:pt>
                <c:pt idx="11">
                  <c:v>Downing</c:v>
                </c:pt>
                <c:pt idx="12">
                  <c:v>Marion</c:v>
                </c:pt>
                <c:pt idx="13">
                  <c:v>Lafayette</c:v>
                </c:pt>
                <c:pt idx="14">
                  <c:v>Humboldt</c:v>
                </c:pt>
                <c:pt idx="15">
                  <c:v>Franklin</c:v>
                </c:pt>
              </c:strCache>
            </c:strRef>
          </c:cat>
          <c:val>
            <c:numRef>
              <c:f>Sheet1!$H$2:$H$20</c:f>
              <c:numCache>
                <c:formatCode>General</c:formatCode>
                <c:ptCount val="16"/>
                <c:pt idx="0">
                  <c:v>12.57</c:v>
                </c:pt>
                <c:pt idx="1">
                  <c:v>2.15</c:v>
                </c:pt>
                <c:pt idx="2">
                  <c:v>2.33</c:v>
                </c:pt>
                <c:pt idx="3">
                  <c:v>9.52</c:v>
                </c:pt>
                <c:pt idx="4">
                  <c:v>2.71</c:v>
                </c:pt>
                <c:pt idx="5">
                  <c:v>2.65</c:v>
                </c:pt>
                <c:pt idx="6">
                  <c:v>2.5099999999999998</c:v>
                </c:pt>
                <c:pt idx="7">
                  <c:v>1.75</c:v>
                </c:pt>
                <c:pt idx="8">
                  <c:v>3.59</c:v>
                </c:pt>
                <c:pt idx="9">
                  <c:v>1.9</c:v>
                </c:pt>
                <c:pt idx="10">
                  <c:v>2.0099999999999998</c:v>
                </c:pt>
                <c:pt idx="11">
                  <c:v>4.46</c:v>
                </c:pt>
                <c:pt idx="12">
                  <c:v>4.3499999999999996</c:v>
                </c:pt>
                <c:pt idx="13">
                  <c:v>2.2000000000000002</c:v>
                </c:pt>
                <c:pt idx="14">
                  <c:v>1.66</c:v>
                </c:pt>
                <c:pt idx="15">
                  <c:v>2.5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B4E-44F0-B373-A64689981378}"/>
            </c:ext>
          </c:extLst>
        </c:ser>
        <c:ser>
          <c:idx val="1"/>
          <c:order val="1"/>
          <c:tx>
            <c:strRef>
              <c:f>Sheet1!$J$1</c:f>
              <c:strCache>
                <c:ptCount val="1"/>
                <c:pt idx="0">
                  <c:v>Calculated spf</c:v>
                </c:pt>
              </c:strCache>
            </c:strRef>
          </c:tx>
          <c:spPr>
            <a:gradFill flip="none" rotWithShape="1">
              <a:gsLst>
                <a:gs pos="0">
                  <a:schemeClr val="accent2">
                    <a:lumMod val="40000"/>
                    <a:lumOff val="60000"/>
                  </a:schemeClr>
                </a:gs>
                <a:gs pos="46000">
                  <a:schemeClr val="accent2">
                    <a:lumMod val="95000"/>
                    <a:lumOff val="5000"/>
                  </a:schemeClr>
                </a:gs>
                <a:gs pos="100000">
                  <a:schemeClr val="accent2">
                    <a:lumMod val="60000"/>
                  </a:schemeClr>
                </a:gs>
              </a:gsLst>
              <a:lin ang="2700000" scaled="1"/>
              <a:tileRect/>
            </a:gradFill>
            <a:ln>
              <a:noFill/>
            </a:ln>
            <a:effectLst/>
            <a:sp3d/>
          </c:spPr>
          <c:invertIfNegative val="0"/>
          <c:cat>
            <c:strRef>
              <c:f>Sheet1!$A$3:$A$20</c:f>
              <c:strCache>
                <c:ptCount val="16"/>
                <c:pt idx="0">
                  <c:v>Lincoln</c:v>
                </c:pt>
                <c:pt idx="1">
                  <c:v>Sherman</c:v>
                </c:pt>
                <c:pt idx="2">
                  <c:v>Grant</c:v>
                </c:pt>
                <c:pt idx="3">
                  <c:v>Logan</c:v>
                </c:pt>
                <c:pt idx="4">
                  <c:v>Pennsylvania</c:v>
                </c:pt>
                <c:pt idx="5">
                  <c:v>Pearl</c:v>
                </c:pt>
                <c:pt idx="6">
                  <c:v>Washington</c:v>
                </c:pt>
                <c:pt idx="7">
                  <c:v>Clarkson</c:v>
                </c:pt>
                <c:pt idx="8">
                  <c:v>Emerson</c:v>
                </c:pt>
                <c:pt idx="9">
                  <c:v>Ogden</c:v>
                </c:pt>
                <c:pt idx="10">
                  <c:v>Corona</c:v>
                </c:pt>
                <c:pt idx="11">
                  <c:v>Downing</c:v>
                </c:pt>
                <c:pt idx="12">
                  <c:v>Marion</c:v>
                </c:pt>
                <c:pt idx="13">
                  <c:v>Lafayette</c:v>
                </c:pt>
                <c:pt idx="14">
                  <c:v>Humboldt</c:v>
                </c:pt>
                <c:pt idx="15">
                  <c:v>Franklin</c:v>
                </c:pt>
              </c:strCache>
            </c:strRef>
          </c:cat>
          <c:val>
            <c:numRef>
              <c:f>Sheet1!$J$2:$J$20</c:f>
              <c:numCache>
                <c:formatCode>General</c:formatCode>
                <c:ptCount val="16"/>
                <c:pt idx="0">
                  <c:v>6</c:v>
                </c:pt>
                <c:pt idx="1">
                  <c:v>0.5</c:v>
                </c:pt>
                <c:pt idx="2">
                  <c:v>3</c:v>
                </c:pt>
                <c:pt idx="3">
                  <c:v>5.5</c:v>
                </c:pt>
                <c:pt idx="4">
                  <c:v>1.5</c:v>
                </c:pt>
                <c:pt idx="5">
                  <c:v>2</c:v>
                </c:pt>
                <c:pt idx="6">
                  <c:v>3</c:v>
                </c:pt>
                <c:pt idx="7">
                  <c:v>2</c:v>
                </c:pt>
                <c:pt idx="8">
                  <c:v>4</c:v>
                </c:pt>
                <c:pt idx="9">
                  <c:v>1</c:v>
                </c:pt>
                <c:pt idx="10">
                  <c:v>0.5</c:v>
                </c:pt>
                <c:pt idx="11">
                  <c:v>5</c:v>
                </c:pt>
                <c:pt idx="12">
                  <c:v>0.5</c:v>
                </c:pt>
                <c:pt idx="13">
                  <c:v>0.5</c:v>
                </c:pt>
                <c:pt idx="14">
                  <c:v>0</c:v>
                </c:pt>
                <c:pt idx="15">
                  <c:v>2.5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B4E-44F0-B373-A6468998137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box"/>
        <c:axId val="1119013296"/>
        <c:axId val="1119011984"/>
        <c:axId val="0"/>
      </c:bar3DChart>
      <c:catAx>
        <c:axId val="111901329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19011984"/>
        <c:crosses val="autoZero"/>
        <c:auto val="1"/>
        <c:lblAlgn val="ctr"/>
        <c:lblOffset val="100"/>
        <c:noMultiLvlLbl val="0"/>
      </c:catAx>
      <c:valAx>
        <c:axId val="111901198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1901329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FA6CB4-43C9-4A49-8958-8C30D0715C3A}" type="datetimeFigureOut">
              <a:rPr lang="en-US" smtClean="0"/>
              <a:t>3/21/2024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56342B-1AFB-44AA-BA95-437B5D5E50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23641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endParaRPr lang="en-US" b="1"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549E3B-AE39-4F4F-97C1-79A2899813B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03167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b="1" dirty="0">
                <a:cs typeface="Calibri"/>
              </a:rPr>
              <a:t>Go through existing conditions, on the HIN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549E3B-AE39-4F4F-97C1-79A2899813B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85437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b="1" dirty="0">
                <a:cs typeface="Calibri"/>
              </a:rPr>
              <a:t>Restrictions were implemented in 2018 and the after study was presented to the public in 2020; there was a clear trend of reduction in crashes at these locations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549E3B-AE39-4F4F-97C1-79A2899813B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42978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b="1" dirty="0">
                <a:cs typeface="Calibri"/>
              </a:rPr>
              <a:t>Restrictions were implemented in 2018 and the after study was presented to the public in 2020; there was a clear trend of reduction in crashes at these locations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549E3B-AE39-4F4F-97C1-79A2899813B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15742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dirty="0"/>
              <a:t>Today, many intersections on Alameda do not have left turn lanes. </a:t>
            </a:r>
          </a:p>
          <a:p>
            <a:pPr lvl="0"/>
            <a:r>
              <a:rPr lang="en-US" dirty="0"/>
              <a:t>• Cars wanting to make a left turn stop through traffic behind them, often resulting in risky passing maneuvers. </a:t>
            </a:r>
          </a:p>
          <a:p>
            <a:pPr lvl="0"/>
            <a:r>
              <a:rPr lang="en-US" dirty="0"/>
              <a:t>• A three-lane cross section provides more opportunities for exclusive left turn lanes. </a:t>
            </a:r>
          </a:p>
          <a:p>
            <a:pPr lvl="0"/>
            <a:r>
              <a:rPr lang="en-US" dirty="0"/>
              <a:t>• The safety benefits of exclusive left turn lanes are also expected at unsignalized intersections</a:t>
            </a:r>
          </a:p>
          <a:p>
            <a:pPr lvl="0"/>
            <a:r>
              <a:rPr lang="en-US" dirty="0"/>
              <a:t>RTD buses are wider than the existing 10’ lanes on Alameda.</a:t>
            </a:r>
          </a:p>
          <a:p>
            <a:pPr lvl="0"/>
            <a:r>
              <a:rPr lang="en-US" dirty="0"/>
              <a:t> • Buses have been observed taking up both travel lanes, limiting the capacity of the four-lane section. </a:t>
            </a:r>
          </a:p>
          <a:p>
            <a:pPr lvl="0"/>
            <a:r>
              <a:rPr lang="en-US" dirty="0"/>
              <a:t>• With a three-lane section, the lanes would be widened (10’ to 11’) to fully accommodate wider vehicles and buses.</a:t>
            </a:r>
          </a:p>
          <a:p>
            <a:pPr lvl="0"/>
            <a:endParaRPr lang="en-US" b="1" dirty="0"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549E3B-AE39-4F4F-97C1-79A2899813B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198826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b="1" dirty="0">
                <a:cs typeface="Calibri"/>
              </a:rPr>
              <a:t>SPF calculated 2018-2020, crash rates calculated 2021-2022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549E3B-AE39-4F4F-97C1-79A2899813B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061743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b="1" dirty="0">
                <a:cs typeface="Calibri"/>
              </a:rPr>
              <a:t>Restrictions were implemented in 2018 and the after study was presented to the public in 2020; there was a clear trend of reduction in crashes at these locations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549E3B-AE39-4F4F-97C1-79A2899813B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45764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b="1" dirty="0">
                <a:cs typeface="Calibri"/>
              </a:rPr>
              <a:t>With this coming out of the multimodal program, there is a heavy emphasis on benefiting all roadway users with whichever treatments we identified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549E3B-AE39-4F4F-97C1-79A2899813B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25421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US" b="1" dirty="0">
                <a:cs typeface="Calibri"/>
              </a:rPr>
              <a:t>In the end, our evaluation led us to two alternatives – Alt 1</a:t>
            </a:r>
          </a:p>
          <a:p>
            <a:pPr>
              <a:spcAft>
                <a:spcPts val="1200"/>
              </a:spcAft>
            </a:pPr>
            <a:endParaRPr lang="en-US" sz="1200" dirty="0">
              <a:solidFill>
                <a:schemeClr val="bg2">
                  <a:lumMod val="10000"/>
                </a:schemeClr>
              </a:solidFill>
              <a:latin typeface="Franklin Gothic Book" panose="020B0503020102020204" pitchFamily="34" charset="0"/>
            </a:endParaRPr>
          </a:p>
          <a:p>
            <a:pPr>
              <a:spcAft>
                <a:spcPts val="1200"/>
              </a:spcAft>
            </a:pPr>
            <a:r>
              <a:rPr lang="en-US" sz="1200" dirty="0">
                <a:solidFill>
                  <a:schemeClr val="bg2">
                    <a:lumMod val="10000"/>
                  </a:schemeClr>
                </a:solidFill>
                <a:latin typeface="Franklin Gothic Book" panose="020B0503020102020204" pitchFamily="34" charset="0"/>
              </a:rPr>
              <a:t>5-lane section between Lincoln St to Logan St, 4-lane asymmetrical section between Logan St to Pearl St (2 EBT, TWLTL, 1 WBT), and a 3-lane section between Pearl St to Franklin St with four (3) ¾ movement intersections: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2">
                    <a:lumMod val="10000"/>
                  </a:schemeClr>
                </a:solidFill>
                <a:latin typeface="Franklin Gothic Book" panose="020B0503020102020204" pitchFamily="34" charset="0"/>
              </a:rPr>
              <a:t>Alameda/Grant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2">
                    <a:lumMod val="10000"/>
                  </a:schemeClr>
                </a:solidFill>
                <a:latin typeface="Franklin Gothic Book" panose="020B0503020102020204" pitchFamily="34" charset="0"/>
              </a:rPr>
              <a:t>Alameda/Pennsylvania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2">
                    <a:lumMod val="10000"/>
                  </a:schemeClr>
                </a:solidFill>
                <a:latin typeface="Franklin Gothic Book" panose="020B0503020102020204" pitchFamily="34" charset="0"/>
              </a:rPr>
              <a:t>Alameda/Franklin</a:t>
            </a:r>
          </a:p>
          <a:p>
            <a:pPr>
              <a:spcAft>
                <a:spcPts val="1200"/>
              </a:spcAft>
            </a:pPr>
            <a:r>
              <a:rPr lang="en-US" sz="1200" dirty="0">
                <a:solidFill>
                  <a:schemeClr val="bg2">
                    <a:lumMod val="10000"/>
                  </a:schemeClr>
                </a:solidFill>
                <a:latin typeface="Franklin Gothic Book" panose="020B0503020102020204" pitchFamily="34" charset="0"/>
              </a:rPr>
              <a:t>*Sensitivity: assumption that 10% of volume on Alameda will reroute to other EB/WB roadways to avoid delay</a:t>
            </a:r>
          </a:p>
          <a:p>
            <a:pPr>
              <a:spcAft>
                <a:spcPts val="1200"/>
              </a:spcAft>
            </a:pPr>
            <a:r>
              <a:rPr lang="en-US" sz="1200" dirty="0">
                <a:solidFill>
                  <a:schemeClr val="bg2">
                    <a:lumMod val="10000"/>
                  </a:schemeClr>
                </a:solidFill>
                <a:latin typeface="Franklin Gothic Book" panose="020B0503020102020204" pitchFamily="34" charset="0"/>
              </a:rPr>
              <a:t>Additionally, left turns were reintroduced for westbound Pennsylvania St and eastbound &amp; westbound Pearl St.</a:t>
            </a:r>
          </a:p>
          <a:p>
            <a:pPr>
              <a:spcAft>
                <a:spcPts val="1200"/>
              </a:spcAft>
            </a:pPr>
            <a:r>
              <a:rPr lang="en-US" sz="1200" dirty="0">
                <a:solidFill>
                  <a:schemeClr val="bg2">
                    <a:lumMod val="10000"/>
                  </a:schemeClr>
                </a:solidFill>
                <a:latin typeface="Franklin Gothic Book" panose="020B0503020102020204" pitchFamily="34" charset="0"/>
              </a:rPr>
              <a:t>Left turns were </a:t>
            </a:r>
            <a:r>
              <a:rPr lang="en-US" sz="1200" b="1" dirty="0">
                <a:solidFill>
                  <a:schemeClr val="bg2">
                    <a:lumMod val="10000"/>
                  </a:schemeClr>
                </a:solidFill>
                <a:latin typeface="Franklin Gothic Book" panose="020B0503020102020204" pitchFamily="34" charset="0"/>
              </a:rPr>
              <a:t>not</a:t>
            </a:r>
            <a:r>
              <a:rPr lang="en-US" sz="1200" dirty="0">
                <a:solidFill>
                  <a:schemeClr val="bg2">
                    <a:lumMod val="10000"/>
                  </a:schemeClr>
                </a:solidFill>
                <a:latin typeface="Franklin Gothic Book" panose="020B0503020102020204" pitchFamily="34" charset="0"/>
              </a:rPr>
              <a:t> proposed at Downing St.</a:t>
            </a:r>
          </a:p>
          <a:p>
            <a:pPr>
              <a:spcAft>
                <a:spcPts val="1200"/>
              </a:spcAft>
            </a:pPr>
            <a:endParaRPr lang="en-US" sz="1200" dirty="0">
              <a:solidFill>
                <a:schemeClr val="bg2">
                  <a:lumMod val="10000"/>
                </a:schemeClr>
              </a:solidFill>
              <a:latin typeface="Franklin Gothic Book" panose="020B0503020102020204" pitchFamily="34" charset="0"/>
            </a:endParaRPr>
          </a:p>
          <a:p>
            <a:pPr lvl="0"/>
            <a:endParaRPr lang="en-US" b="1" dirty="0"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549E3B-AE39-4F4F-97C1-79A2899813BC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90898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1200"/>
              </a:spcAft>
            </a:pPr>
            <a:r>
              <a:rPr lang="en-US" sz="1200" dirty="0">
                <a:solidFill>
                  <a:schemeClr val="bg2">
                    <a:lumMod val="10000"/>
                  </a:schemeClr>
                </a:solidFill>
                <a:latin typeface="Franklin Gothic Book" panose="020B0503020102020204" pitchFamily="34" charset="0"/>
              </a:rPr>
              <a:t>Alt 4</a:t>
            </a:r>
          </a:p>
          <a:p>
            <a:pPr>
              <a:spcAft>
                <a:spcPts val="1200"/>
              </a:spcAft>
            </a:pPr>
            <a:endParaRPr lang="en-US" sz="1200" dirty="0">
              <a:solidFill>
                <a:schemeClr val="bg2">
                  <a:lumMod val="10000"/>
                </a:schemeClr>
              </a:solidFill>
              <a:latin typeface="Franklin Gothic Book" panose="020B0503020102020204" pitchFamily="34" charset="0"/>
            </a:endParaRPr>
          </a:p>
          <a:p>
            <a:pPr>
              <a:spcAft>
                <a:spcPts val="1200"/>
              </a:spcAft>
            </a:pPr>
            <a:r>
              <a:rPr lang="en-US" sz="1200" dirty="0">
                <a:solidFill>
                  <a:schemeClr val="bg2">
                    <a:lumMod val="10000"/>
                  </a:schemeClr>
                </a:solidFill>
                <a:latin typeface="Franklin Gothic Book" panose="020B0503020102020204" pitchFamily="34" charset="0"/>
              </a:rPr>
              <a:t>5-lane section between Lincoln St to Logan St, 4-lane asymmetrical section between Logan St to Downing St (2 EBT, TWLTL, 1 WBT), and a 3-lane section between Downing St St to Franklin St with four (3) ¾ movement intersections: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2">
                    <a:lumMod val="10000"/>
                  </a:schemeClr>
                </a:solidFill>
                <a:latin typeface="Franklin Gothic Book" panose="020B0503020102020204" pitchFamily="34" charset="0"/>
              </a:rPr>
              <a:t>Alameda/Grant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2">
                    <a:lumMod val="10000"/>
                  </a:schemeClr>
                </a:solidFill>
                <a:latin typeface="Franklin Gothic Book" panose="020B0503020102020204" pitchFamily="34" charset="0"/>
              </a:rPr>
              <a:t>Alameda/Pennsylvania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2">
                    <a:lumMod val="10000"/>
                  </a:schemeClr>
                </a:solidFill>
                <a:latin typeface="Franklin Gothic Book" panose="020B0503020102020204" pitchFamily="34" charset="0"/>
              </a:rPr>
              <a:t>Alameda/Franklin</a:t>
            </a:r>
          </a:p>
          <a:p>
            <a:pPr>
              <a:spcAft>
                <a:spcPts val="1200"/>
              </a:spcAft>
            </a:pPr>
            <a:r>
              <a:rPr lang="en-US" sz="1200" dirty="0">
                <a:solidFill>
                  <a:schemeClr val="bg2">
                    <a:lumMod val="10000"/>
                  </a:schemeClr>
                </a:solidFill>
                <a:latin typeface="Franklin Gothic Book" panose="020B0503020102020204" pitchFamily="34" charset="0"/>
              </a:rPr>
              <a:t>*Sensitivity: assumption that 10% of volume on Alameda will reroute to other EB/WB roadways to avoid delay</a:t>
            </a:r>
          </a:p>
          <a:p>
            <a:pPr>
              <a:spcAft>
                <a:spcPts val="1200"/>
              </a:spcAft>
            </a:pPr>
            <a:r>
              <a:rPr lang="en-US" sz="1200" dirty="0">
                <a:solidFill>
                  <a:schemeClr val="bg2">
                    <a:lumMod val="10000"/>
                  </a:schemeClr>
                </a:solidFill>
                <a:latin typeface="Franklin Gothic Book" panose="020B0503020102020204" pitchFamily="34" charset="0"/>
              </a:rPr>
              <a:t>Additionally, left turns were reintroduced for westbound Pennsylvania St and eastbound &amp; westbound Pearl </a:t>
            </a:r>
          </a:p>
          <a:p>
            <a:pPr>
              <a:spcAft>
                <a:spcPts val="1200"/>
              </a:spcAft>
            </a:pPr>
            <a:r>
              <a:rPr lang="en-US" sz="1200" dirty="0">
                <a:solidFill>
                  <a:schemeClr val="bg2">
                    <a:lumMod val="10000"/>
                  </a:schemeClr>
                </a:solidFill>
                <a:latin typeface="Franklin Gothic Book" panose="020B0503020102020204" pitchFamily="34" charset="0"/>
              </a:rPr>
              <a:t>Left turns were </a:t>
            </a:r>
            <a:r>
              <a:rPr lang="en-US" sz="1200" b="1" dirty="0">
                <a:solidFill>
                  <a:schemeClr val="bg2">
                    <a:lumMod val="10000"/>
                  </a:schemeClr>
                </a:solidFill>
                <a:latin typeface="Franklin Gothic Book" panose="020B0503020102020204" pitchFamily="34" charset="0"/>
              </a:rPr>
              <a:t>not</a:t>
            </a:r>
            <a:r>
              <a:rPr lang="en-US" sz="1200" dirty="0">
                <a:solidFill>
                  <a:schemeClr val="bg2">
                    <a:lumMod val="10000"/>
                  </a:schemeClr>
                </a:solidFill>
                <a:latin typeface="Franklin Gothic Book" panose="020B0503020102020204" pitchFamily="34" charset="0"/>
              </a:rPr>
              <a:t> proposed at Downing St.</a:t>
            </a:r>
          </a:p>
          <a:p>
            <a:pPr>
              <a:spcAft>
                <a:spcPts val="1200"/>
              </a:spcAft>
            </a:pPr>
            <a:endParaRPr lang="en-US" sz="1200" dirty="0">
              <a:solidFill>
                <a:schemeClr val="bg2">
                  <a:lumMod val="10000"/>
                </a:schemeClr>
              </a:solidFill>
              <a:latin typeface="Franklin Gothic Book" panose="020B0503020102020204" pitchFamily="34" charset="0"/>
            </a:endParaRPr>
          </a:p>
          <a:p>
            <a:pPr lvl="0"/>
            <a:endParaRPr lang="en-US" b="1" dirty="0"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549E3B-AE39-4F4F-97C1-79A2899813BC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224457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b="1" dirty="0">
                <a:cs typeface="Calibri"/>
              </a:rPr>
              <a:t>Here is the evaluation of those two. Talk through the major differences: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b="1" dirty="0">
                <a:cs typeface="Calibri"/>
              </a:rPr>
              <a:t>Minor increase in vehicle delay in Alt 1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b="1" dirty="0">
                <a:cs typeface="Calibri"/>
              </a:rPr>
              <a:t>Generally more pedestrian space and less pedestrian crossing distance in Alt 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549E3B-AE39-4F4F-97C1-79A2899813BC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65633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b="1" dirty="0">
                <a:cs typeface="Calibri"/>
              </a:rPr>
              <a:t>Alt 1 better supports transit and more streetscape amenities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b="1" dirty="0">
                <a:cs typeface="Calibri"/>
              </a:rPr>
              <a:t>Because of more delay in Alt 1, there is slightly more volume re-distribution on neighborhood streets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b="1" dirty="0">
                <a:cs typeface="Calibri"/>
              </a:rPr>
              <a:t>Alt 1 is slightly more costly than Alt 4</a:t>
            </a:r>
          </a:p>
          <a:p>
            <a:pPr marL="0" lvl="0" indent="0">
              <a:buFont typeface="Arial" panose="020B0604020202020204" pitchFamily="34" charset="0"/>
              <a:buNone/>
            </a:pPr>
            <a:endParaRPr lang="en-US" b="1" dirty="0"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549E3B-AE39-4F4F-97C1-79A2899813BC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396001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US" b="1" dirty="0">
                <a:cs typeface="Calibri"/>
              </a:rPr>
              <a:t>In the end, our evaluation led us to two alternatives – Alt 1</a:t>
            </a:r>
          </a:p>
          <a:p>
            <a:pPr>
              <a:spcAft>
                <a:spcPts val="1200"/>
              </a:spcAft>
            </a:pPr>
            <a:endParaRPr lang="en-US" sz="1200" dirty="0">
              <a:solidFill>
                <a:schemeClr val="bg2">
                  <a:lumMod val="10000"/>
                </a:schemeClr>
              </a:solidFill>
              <a:latin typeface="Franklin Gothic Book" panose="020B0503020102020204" pitchFamily="34" charset="0"/>
            </a:endParaRPr>
          </a:p>
          <a:p>
            <a:pPr>
              <a:spcAft>
                <a:spcPts val="1200"/>
              </a:spcAft>
            </a:pPr>
            <a:r>
              <a:rPr lang="en-US" sz="1200" dirty="0">
                <a:solidFill>
                  <a:schemeClr val="bg2">
                    <a:lumMod val="10000"/>
                  </a:schemeClr>
                </a:solidFill>
                <a:latin typeface="Franklin Gothic Book" panose="020B0503020102020204" pitchFamily="34" charset="0"/>
              </a:rPr>
              <a:t>5-lane section between Lincoln St to Logan St, 4-lane asymmetrical section between Logan St to Pearl St (2 EBT, TWLTL, 1 WBT), and a 3-lane section between Pearl St to Franklin St with four (3) ¾ movement intersections: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2">
                    <a:lumMod val="10000"/>
                  </a:schemeClr>
                </a:solidFill>
                <a:latin typeface="Franklin Gothic Book" panose="020B0503020102020204" pitchFamily="34" charset="0"/>
              </a:rPr>
              <a:t>Alameda/Grant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2">
                    <a:lumMod val="10000"/>
                  </a:schemeClr>
                </a:solidFill>
                <a:latin typeface="Franklin Gothic Book" panose="020B0503020102020204" pitchFamily="34" charset="0"/>
              </a:rPr>
              <a:t>Alameda/Pennsylvania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2">
                    <a:lumMod val="10000"/>
                  </a:schemeClr>
                </a:solidFill>
                <a:latin typeface="Franklin Gothic Book" panose="020B0503020102020204" pitchFamily="34" charset="0"/>
              </a:rPr>
              <a:t>Alameda/Franklin</a:t>
            </a:r>
          </a:p>
          <a:p>
            <a:pPr>
              <a:spcAft>
                <a:spcPts val="1200"/>
              </a:spcAft>
            </a:pPr>
            <a:r>
              <a:rPr lang="en-US" sz="1200" dirty="0">
                <a:solidFill>
                  <a:schemeClr val="bg2">
                    <a:lumMod val="10000"/>
                  </a:schemeClr>
                </a:solidFill>
                <a:latin typeface="Franklin Gothic Book" panose="020B0503020102020204" pitchFamily="34" charset="0"/>
              </a:rPr>
              <a:t>*Sensitivity: assumption that 10% of volume on Alameda will reroute to other EB/WB roadways to avoid delay</a:t>
            </a:r>
          </a:p>
          <a:p>
            <a:pPr>
              <a:spcAft>
                <a:spcPts val="1200"/>
              </a:spcAft>
            </a:pPr>
            <a:r>
              <a:rPr lang="en-US" sz="1200" dirty="0">
                <a:solidFill>
                  <a:schemeClr val="bg2">
                    <a:lumMod val="10000"/>
                  </a:schemeClr>
                </a:solidFill>
                <a:latin typeface="Franklin Gothic Book" panose="020B0503020102020204" pitchFamily="34" charset="0"/>
              </a:rPr>
              <a:t>Additionally, left turns were reintroduced for westbound Pennsylvania St and eastbound &amp; westbound Pearl St.</a:t>
            </a:r>
          </a:p>
          <a:p>
            <a:pPr>
              <a:spcAft>
                <a:spcPts val="1200"/>
              </a:spcAft>
            </a:pPr>
            <a:r>
              <a:rPr lang="en-US" sz="1200" dirty="0">
                <a:solidFill>
                  <a:schemeClr val="bg2">
                    <a:lumMod val="10000"/>
                  </a:schemeClr>
                </a:solidFill>
                <a:latin typeface="Franklin Gothic Book" panose="020B0503020102020204" pitchFamily="34" charset="0"/>
              </a:rPr>
              <a:t>Left turns were </a:t>
            </a:r>
            <a:r>
              <a:rPr lang="en-US" sz="1200" b="1" dirty="0">
                <a:solidFill>
                  <a:schemeClr val="bg2">
                    <a:lumMod val="10000"/>
                  </a:schemeClr>
                </a:solidFill>
                <a:latin typeface="Franklin Gothic Book" panose="020B0503020102020204" pitchFamily="34" charset="0"/>
              </a:rPr>
              <a:t>not</a:t>
            </a:r>
            <a:r>
              <a:rPr lang="en-US" sz="1200" dirty="0">
                <a:solidFill>
                  <a:schemeClr val="bg2">
                    <a:lumMod val="10000"/>
                  </a:schemeClr>
                </a:solidFill>
                <a:latin typeface="Franklin Gothic Book" panose="020B0503020102020204" pitchFamily="34" charset="0"/>
              </a:rPr>
              <a:t> proposed at Downing St.</a:t>
            </a:r>
          </a:p>
          <a:p>
            <a:pPr>
              <a:spcAft>
                <a:spcPts val="1200"/>
              </a:spcAft>
            </a:pPr>
            <a:endParaRPr lang="en-US" sz="1200" dirty="0">
              <a:solidFill>
                <a:schemeClr val="bg2">
                  <a:lumMod val="10000"/>
                </a:schemeClr>
              </a:solidFill>
              <a:latin typeface="Franklin Gothic Book" panose="020B0503020102020204" pitchFamily="34" charset="0"/>
            </a:endParaRPr>
          </a:p>
          <a:p>
            <a:pPr lvl="0"/>
            <a:endParaRPr lang="en-US" b="1" dirty="0"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549E3B-AE39-4F4F-97C1-79A2899813BC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900199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1200"/>
              </a:spcAft>
            </a:pPr>
            <a:endParaRPr lang="en-US" sz="1200" dirty="0">
              <a:solidFill>
                <a:schemeClr val="bg2">
                  <a:lumMod val="10000"/>
                </a:schemeClr>
              </a:solidFill>
              <a:latin typeface="Franklin Gothic Book" panose="020B0503020102020204" pitchFamily="34" charset="0"/>
            </a:endParaRPr>
          </a:p>
          <a:p>
            <a:pPr lvl="0"/>
            <a:r>
              <a:rPr lang="en-US" b="1" dirty="0">
                <a:cs typeface="Calibri"/>
              </a:rPr>
              <a:t>With the number of three-quarter and right-in/right-out accesses, Alameda Ave and the side streets were overloaded by restricting movements at every other intersection along the corridor</a:t>
            </a:r>
          </a:p>
          <a:p>
            <a:pPr lvl="0"/>
            <a:r>
              <a:rPr lang="en-US" b="1" dirty="0">
                <a:cs typeface="Calibri"/>
              </a:rPr>
              <a:t>This alternative was not analyzed further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549E3B-AE39-4F4F-97C1-79A2899813BC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997776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1200"/>
              </a:spcAft>
            </a:pPr>
            <a:r>
              <a:rPr lang="en-US" sz="1200" dirty="0">
                <a:solidFill>
                  <a:schemeClr val="bg2">
                    <a:lumMod val="10000"/>
                  </a:schemeClr>
                </a:solidFill>
                <a:latin typeface="Franklin Gothic Book" panose="020B0503020102020204" pitchFamily="34" charset="0"/>
              </a:rPr>
              <a:t>Alternative 3 further reduced Alameda Avenue to a three-lane section for the entire stretch of the project. This caused bottlenecking at Lincoln and Sherman Street with the high volume of traffic</a:t>
            </a:r>
          </a:p>
          <a:p>
            <a:pPr>
              <a:spcAft>
                <a:spcPts val="1200"/>
              </a:spcAft>
            </a:pPr>
            <a:r>
              <a:rPr lang="en-US" sz="1200" dirty="0">
                <a:solidFill>
                  <a:schemeClr val="bg2">
                    <a:lumMod val="10000"/>
                  </a:schemeClr>
                </a:solidFill>
                <a:latin typeface="Franklin Gothic Book" panose="020B0503020102020204" pitchFamily="34" charset="0"/>
              </a:rPr>
              <a:t>entering the corridor from Lincoln Street or Broadway. This alternative was also not further analyzed.</a:t>
            </a:r>
          </a:p>
          <a:p>
            <a:pPr lvl="0"/>
            <a:endParaRPr lang="en-US" b="1" dirty="0"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549E3B-AE39-4F4F-97C1-79A2899813BC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190410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b="1" dirty="0">
                <a:cs typeface="Calibri"/>
              </a:rPr>
              <a:t>Both Synchro and </a:t>
            </a:r>
            <a:r>
              <a:rPr lang="en-US" b="1" dirty="0" err="1">
                <a:cs typeface="Calibri"/>
              </a:rPr>
              <a:t>SimTraffic</a:t>
            </a:r>
            <a:r>
              <a:rPr lang="en-US" b="1" dirty="0">
                <a:cs typeface="Calibri"/>
              </a:rPr>
              <a:t> were used to analyze the alternatives</a:t>
            </a:r>
          </a:p>
          <a:p>
            <a:pPr lvl="0"/>
            <a:r>
              <a:rPr lang="en-US" b="1" dirty="0">
                <a:cs typeface="Calibri"/>
              </a:rPr>
              <a:t>After ruling Alternatives 2 &amp; 3 out, the team looked at delay for Alt 1, Alt 1 Sensitivity, and Alt 4 after collected travel time data by driving the corridor themselves to use as baseline data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549E3B-AE39-4F4F-97C1-79A2899813BC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111595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b="1" dirty="0">
                <a:cs typeface="Calibri"/>
              </a:rPr>
              <a:t>Emerson – C</a:t>
            </a:r>
          </a:p>
          <a:p>
            <a:pPr lvl="0"/>
            <a:r>
              <a:rPr lang="en-US" b="1" dirty="0">
                <a:cs typeface="Calibri"/>
              </a:rPr>
              <a:t>Downing – D</a:t>
            </a:r>
          </a:p>
          <a:p>
            <a:pPr lvl="0"/>
            <a:r>
              <a:rPr lang="en-US" b="1" dirty="0">
                <a:cs typeface="Calibri"/>
              </a:rPr>
              <a:t>Marion – B</a:t>
            </a:r>
          </a:p>
          <a:p>
            <a:pPr lvl="0"/>
            <a:endParaRPr lang="en-US" b="1" dirty="0">
              <a:cs typeface="Calibri"/>
            </a:endParaRPr>
          </a:p>
          <a:p>
            <a:pPr lvl="0"/>
            <a:r>
              <a:rPr lang="en-US" b="1" dirty="0">
                <a:cs typeface="Calibri"/>
              </a:rPr>
              <a:t>Side streets that will be impacted are Ogden and Lafayette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549E3B-AE39-4F4F-97C1-79A2899813BC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146206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b="1" dirty="0">
                <a:cs typeface="Calibri"/>
              </a:rPr>
              <a:t>Alameda &amp; Ogden </a:t>
            </a:r>
          </a:p>
          <a:p>
            <a:pPr lvl="0"/>
            <a:r>
              <a:rPr lang="en-US" b="1" dirty="0">
                <a:cs typeface="Calibri"/>
              </a:rPr>
              <a:t>NB: 11 during PM peak</a:t>
            </a:r>
          </a:p>
          <a:p>
            <a:pPr lvl="0"/>
            <a:endParaRPr lang="en-US" b="1" dirty="0">
              <a:cs typeface="Calibri"/>
            </a:endParaRPr>
          </a:p>
          <a:p>
            <a:pPr lvl="0"/>
            <a:r>
              <a:rPr lang="en-US" b="1" dirty="0">
                <a:cs typeface="Calibri"/>
              </a:rPr>
              <a:t>Alameda &amp; Lafayette</a:t>
            </a:r>
          </a:p>
          <a:p>
            <a:pPr lvl="0"/>
            <a:r>
              <a:rPr lang="en-US" b="1" dirty="0">
                <a:cs typeface="Calibri"/>
              </a:rPr>
              <a:t>NB: 10 during PM</a:t>
            </a:r>
          </a:p>
          <a:p>
            <a:pPr lvl="0"/>
            <a:r>
              <a:rPr lang="en-US" b="1" dirty="0">
                <a:cs typeface="Calibri"/>
              </a:rPr>
              <a:t>SB: ~20 during PM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549E3B-AE39-4F4F-97C1-79A2899813BC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786726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endParaRPr lang="en-US" b="1"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549E3B-AE39-4F4F-97C1-79A2899813BC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018876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US" b="1" dirty="0">
                <a:cs typeface="Calibri"/>
              </a:rPr>
              <a:t>In the end, our evaluation led us to two alternatives – Alt 1</a:t>
            </a:r>
          </a:p>
          <a:p>
            <a:pPr>
              <a:spcAft>
                <a:spcPts val="1200"/>
              </a:spcAft>
            </a:pPr>
            <a:endParaRPr lang="en-US" sz="1200" dirty="0">
              <a:solidFill>
                <a:schemeClr val="bg2">
                  <a:lumMod val="10000"/>
                </a:schemeClr>
              </a:solidFill>
              <a:latin typeface="Franklin Gothic Book" panose="020B0503020102020204" pitchFamily="34" charset="0"/>
            </a:endParaRPr>
          </a:p>
          <a:p>
            <a:pPr>
              <a:spcAft>
                <a:spcPts val="1200"/>
              </a:spcAft>
            </a:pPr>
            <a:r>
              <a:rPr lang="en-US" sz="1200" dirty="0">
                <a:solidFill>
                  <a:schemeClr val="bg2">
                    <a:lumMod val="10000"/>
                  </a:schemeClr>
                </a:solidFill>
                <a:latin typeface="Franklin Gothic Book" panose="020B0503020102020204" pitchFamily="34" charset="0"/>
              </a:rPr>
              <a:t>5-lane section between Lincoln St to Logan St, 4-lane asymmetrical section between Logan St to Pearl St (2 EBT, TWLTL, 1 WBT), and a 3-lane section between Pearl St to Franklin St with four (3) ¾ movement intersections: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2">
                    <a:lumMod val="10000"/>
                  </a:schemeClr>
                </a:solidFill>
                <a:latin typeface="Franklin Gothic Book" panose="020B0503020102020204" pitchFamily="34" charset="0"/>
              </a:rPr>
              <a:t>Alameda/Grant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2">
                    <a:lumMod val="10000"/>
                  </a:schemeClr>
                </a:solidFill>
                <a:latin typeface="Franklin Gothic Book" panose="020B0503020102020204" pitchFamily="34" charset="0"/>
              </a:rPr>
              <a:t>Alameda/Pennsylvania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2">
                    <a:lumMod val="10000"/>
                  </a:schemeClr>
                </a:solidFill>
                <a:latin typeface="Franklin Gothic Book" panose="020B0503020102020204" pitchFamily="34" charset="0"/>
              </a:rPr>
              <a:t>Alameda/Franklin</a:t>
            </a:r>
          </a:p>
          <a:p>
            <a:pPr>
              <a:spcAft>
                <a:spcPts val="1200"/>
              </a:spcAft>
            </a:pPr>
            <a:r>
              <a:rPr lang="en-US" sz="1200" dirty="0">
                <a:solidFill>
                  <a:schemeClr val="bg2">
                    <a:lumMod val="10000"/>
                  </a:schemeClr>
                </a:solidFill>
                <a:latin typeface="Franklin Gothic Book" panose="020B0503020102020204" pitchFamily="34" charset="0"/>
              </a:rPr>
              <a:t>*Sensitivity: assumption that 10% of volume on Alameda will reroute to other EB/WB roadways to avoid delay</a:t>
            </a:r>
          </a:p>
          <a:p>
            <a:pPr>
              <a:spcAft>
                <a:spcPts val="1200"/>
              </a:spcAft>
            </a:pPr>
            <a:r>
              <a:rPr lang="en-US" sz="1200" dirty="0">
                <a:solidFill>
                  <a:schemeClr val="bg2">
                    <a:lumMod val="10000"/>
                  </a:schemeClr>
                </a:solidFill>
                <a:latin typeface="Franklin Gothic Book" panose="020B0503020102020204" pitchFamily="34" charset="0"/>
              </a:rPr>
              <a:t>Additionally, left turns were reintroduced for westbound Pennsylvania St and eastbound &amp; westbound Pearl St.</a:t>
            </a:r>
          </a:p>
          <a:p>
            <a:pPr>
              <a:spcAft>
                <a:spcPts val="1200"/>
              </a:spcAft>
            </a:pPr>
            <a:r>
              <a:rPr lang="en-US" sz="1200" dirty="0">
                <a:solidFill>
                  <a:schemeClr val="bg2">
                    <a:lumMod val="10000"/>
                  </a:schemeClr>
                </a:solidFill>
                <a:latin typeface="Franklin Gothic Book" panose="020B0503020102020204" pitchFamily="34" charset="0"/>
              </a:rPr>
              <a:t>Left turns were </a:t>
            </a:r>
            <a:r>
              <a:rPr lang="en-US" sz="1200" b="1" dirty="0">
                <a:solidFill>
                  <a:schemeClr val="bg2">
                    <a:lumMod val="10000"/>
                  </a:schemeClr>
                </a:solidFill>
                <a:latin typeface="Franklin Gothic Book" panose="020B0503020102020204" pitchFamily="34" charset="0"/>
              </a:rPr>
              <a:t>not</a:t>
            </a:r>
            <a:r>
              <a:rPr lang="en-US" sz="1200" dirty="0">
                <a:solidFill>
                  <a:schemeClr val="bg2">
                    <a:lumMod val="10000"/>
                  </a:schemeClr>
                </a:solidFill>
                <a:latin typeface="Franklin Gothic Book" panose="020B0503020102020204" pitchFamily="34" charset="0"/>
              </a:rPr>
              <a:t> proposed at Downing St.</a:t>
            </a:r>
          </a:p>
          <a:p>
            <a:pPr>
              <a:spcAft>
                <a:spcPts val="1200"/>
              </a:spcAft>
            </a:pPr>
            <a:endParaRPr lang="en-US" sz="1200" dirty="0">
              <a:solidFill>
                <a:schemeClr val="bg2">
                  <a:lumMod val="10000"/>
                </a:schemeClr>
              </a:solidFill>
              <a:latin typeface="Franklin Gothic Book" panose="020B0503020102020204" pitchFamily="34" charset="0"/>
            </a:endParaRPr>
          </a:p>
          <a:p>
            <a:pPr lvl="0"/>
            <a:endParaRPr lang="en-US" b="1" dirty="0"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549E3B-AE39-4F4F-97C1-79A2899813BC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469785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endParaRPr lang="en-US" b="1"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549E3B-AE39-4F4F-97C1-79A2899813BC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541057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b="1" dirty="0">
                <a:cs typeface="Calibri"/>
              </a:rPr>
              <a:t>This volume distribution diagram assumes 10% of volume on Alameda will reroute to other east/west corridors nearby to avoid delays</a:t>
            </a:r>
          </a:p>
          <a:p>
            <a:pPr lvl="0"/>
            <a:r>
              <a:rPr lang="en-US" b="1" dirty="0">
                <a:cs typeface="Calibri"/>
              </a:rPr>
              <a:t>This is minimal impact to side streets and other roadways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549E3B-AE39-4F4F-97C1-79A2899813BC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808578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schemeClr val="tx1">
                    <a:lumMod val="50000"/>
                  </a:schemeClr>
                </a:solidFill>
                <a:latin typeface="+mn-lt"/>
              </a:rPr>
              <a:t>Redistributing lane widths to center of the roadway to provide medians, buffered turn lanes, and ped refuges</a:t>
            </a:r>
            <a:endParaRPr lang="en-US" sz="1200" b="1" dirty="0">
              <a:solidFill>
                <a:schemeClr val="tx1">
                  <a:lumMod val="50000"/>
                </a:schemeClr>
              </a:solidFill>
              <a:latin typeface="+mn-lt"/>
            </a:endParaRPr>
          </a:p>
          <a:p>
            <a:pPr lvl="0"/>
            <a:endParaRPr lang="en-US" b="1" dirty="0"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549E3B-AE39-4F4F-97C1-79A2899813BC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732191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schemeClr val="tx1">
                    <a:lumMod val="50000"/>
                  </a:schemeClr>
                </a:solidFill>
                <a:latin typeface="+mn-lt"/>
              </a:rPr>
              <a:t>Redistributing lane widths to center of the roadway to provide medians, buffered turn lanes, and ped refuges</a:t>
            </a:r>
            <a:endParaRPr lang="en-US" sz="1200" b="1" dirty="0">
              <a:solidFill>
                <a:schemeClr val="tx1">
                  <a:lumMod val="50000"/>
                </a:schemeClr>
              </a:solidFill>
              <a:latin typeface="+mn-lt"/>
            </a:endParaRPr>
          </a:p>
          <a:p>
            <a:pPr lvl="0"/>
            <a:endParaRPr lang="en-US" b="1" dirty="0"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549E3B-AE39-4F4F-97C1-79A2899813BC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896150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schemeClr val="tx1">
                    <a:lumMod val="50000"/>
                  </a:schemeClr>
                </a:solidFill>
                <a:latin typeface="+mn-lt"/>
              </a:rPr>
              <a:t>Redistributing lane widths to center of the roadway to provide medians, buffered turn lanes, and ped refuges</a:t>
            </a:r>
            <a:endParaRPr lang="en-US" sz="1200" b="1" dirty="0">
              <a:solidFill>
                <a:schemeClr val="tx1">
                  <a:lumMod val="50000"/>
                </a:schemeClr>
              </a:solidFill>
              <a:latin typeface="+mn-lt"/>
            </a:endParaRPr>
          </a:p>
          <a:p>
            <a:pPr lvl="0"/>
            <a:endParaRPr lang="en-US" b="1" dirty="0"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549E3B-AE39-4F4F-97C1-79A2899813BC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565629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schemeClr val="tx1">
                    <a:lumMod val="50000"/>
                  </a:schemeClr>
                </a:solidFill>
                <a:latin typeface="+mn-lt"/>
              </a:rPr>
              <a:t>Redistributing lane widths to center of the roadway to provide medians, buffered turn lanes, and ped refuges</a:t>
            </a:r>
            <a:endParaRPr lang="en-US" sz="1200" b="1" dirty="0">
              <a:solidFill>
                <a:schemeClr val="tx1">
                  <a:lumMod val="50000"/>
                </a:schemeClr>
              </a:solidFill>
              <a:latin typeface="+mn-lt"/>
            </a:endParaRPr>
          </a:p>
          <a:p>
            <a:pPr lvl="0"/>
            <a:endParaRPr lang="en-US" b="1" dirty="0"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549E3B-AE39-4F4F-97C1-79A2899813BC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498913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schemeClr val="tx1">
                    <a:lumMod val="50000"/>
                  </a:schemeClr>
                </a:solidFill>
                <a:latin typeface="+mn-lt"/>
              </a:rPr>
              <a:t>Redistributing lane widths to center of the roadway to provide medians, buffered turn lanes, and ped refuges</a:t>
            </a:r>
            <a:endParaRPr lang="en-US" sz="1200" b="1" dirty="0">
              <a:solidFill>
                <a:schemeClr val="tx1">
                  <a:lumMod val="50000"/>
                </a:schemeClr>
              </a:solidFill>
              <a:latin typeface="+mn-lt"/>
            </a:endParaRPr>
          </a:p>
          <a:p>
            <a:pPr lvl="0"/>
            <a:endParaRPr lang="en-US" b="1" dirty="0"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549E3B-AE39-4F4F-97C1-79A2899813BC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481037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schemeClr val="tx1">
                    <a:lumMod val="50000"/>
                  </a:schemeClr>
                </a:solidFill>
                <a:latin typeface="+mn-lt"/>
              </a:rPr>
              <a:t>Redistributing lane widths to center of the roadway to provide medians, buffered turn lanes, and ped refuges</a:t>
            </a:r>
            <a:endParaRPr lang="en-US" sz="1200" b="1" dirty="0">
              <a:solidFill>
                <a:schemeClr val="tx1">
                  <a:lumMod val="50000"/>
                </a:schemeClr>
              </a:solidFill>
              <a:latin typeface="+mn-lt"/>
            </a:endParaRPr>
          </a:p>
          <a:p>
            <a:pPr lvl="0"/>
            <a:endParaRPr lang="en-US" b="1" dirty="0"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549E3B-AE39-4F4F-97C1-79A2899813BC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601678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schemeClr val="tx1">
                    <a:lumMod val="50000"/>
                  </a:schemeClr>
                </a:solidFill>
                <a:latin typeface="+mn-lt"/>
              </a:rPr>
              <a:t>Redistributing lane widths to center of the roadway to provide medians, buffered turn lanes, and ped refuges</a:t>
            </a:r>
            <a:endParaRPr lang="en-US" sz="1200" b="1" dirty="0">
              <a:solidFill>
                <a:schemeClr val="tx1">
                  <a:lumMod val="50000"/>
                </a:schemeClr>
              </a:solidFill>
              <a:latin typeface="+mn-lt"/>
            </a:endParaRPr>
          </a:p>
          <a:p>
            <a:pPr lvl="0"/>
            <a:endParaRPr lang="en-US" b="1" dirty="0"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549E3B-AE39-4F4F-97C1-79A2899813BC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076212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b="1" dirty="0">
                <a:cs typeface="Calibri"/>
              </a:rPr>
              <a:t>$ Striped center median: $28k/block x 15 blocks = $420k</a:t>
            </a:r>
          </a:p>
          <a:p>
            <a:pPr lvl="0"/>
            <a:r>
              <a:rPr lang="en-US" b="1" dirty="0">
                <a:cs typeface="Calibri"/>
              </a:rPr>
              <a:t>$$ Raised center median: $110k/block x 15 blocks = $1.65mil</a:t>
            </a:r>
          </a:p>
          <a:p>
            <a:pPr lvl="0"/>
            <a:r>
              <a:rPr lang="en-US" b="1" dirty="0">
                <a:cs typeface="Calibri"/>
              </a:rPr>
              <a:t>$ Striped edge buffer: $25k/block x 15 blocks = $375k</a:t>
            </a:r>
          </a:p>
          <a:p>
            <a:pPr lvl="0"/>
            <a:r>
              <a:rPr lang="en-US" b="1" dirty="0">
                <a:cs typeface="Calibri"/>
              </a:rPr>
              <a:t>$$$ Raised edge buffer: $230k/block x 15 blocks = $3.45mil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549E3B-AE39-4F4F-97C1-79A2899813BC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003831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US" b="1" dirty="0">
                <a:cs typeface="Calibri"/>
              </a:rPr>
              <a:t>In the end, our evaluation led us to two alternatives – Alt 1</a:t>
            </a:r>
          </a:p>
          <a:p>
            <a:pPr>
              <a:spcAft>
                <a:spcPts val="1200"/>
              </a:spcAft>
            </a:pPr>
            <a:endParaRPr lang="en-US" sz="1200" dirty="0">
              <a:solidFill>
                <a:schemeClr val="bg2">
                  <a:lumMod val="10000"/>
                </a:schemeClr>
              </a:solidFill>
              <a:latin typeface="Franklin Gothic Book" panose="020B0503020102020204" pitchFamily="34" charset="0"/>
            </a:endParaRPr>
          </a:p>
          <a:p>
            <a:pPr>
              <a:spcAft>
                <a:spcPts val="1200"/>
              </a:spcAft>
            </a:pPr>
            <a:r>
              <a:rPr lang="en-US" sz="1200" dirty="0">
                <a:solidFill>
                  <a:schemeClr val="bg2">
                    <a:lumMod val="10000"/>
                  </a:schemeClr>
                </a:solidFill>
                <a:latin typeface="Franklin Gothic Book" panose="020B0503020102020204" pitchFamily="34" charset="0"/>
              </a:rPr>
              <a:t>5-lane section between Lincoln St to Logan St, 4-lane asymmetrical section between Logan St to Pearl St (2 EBT, TWLTL, 1 WBT), and a 3-lane section between Pearl St to Franklin St with four (3) ¾ movement intersections: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2">
                    <a:lumMod val="10000"/>
                  </a:schemeClr>
                </a:solidFill>
                <a:latin typeface="Franklin Gothic Book" panose="020B0503020102020204" pitchFamily="34" charset="0"/>
              </a:rPr>
              <a:t>Alameda/Grant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2">
                    <a:lumMod val="10000"/>
                  </a:schemeClr>
                </a:solidFill>
                <a:latin typeface="Franklin Gothic Book" panose="020B0503020102020204" pitchFamily="34" charset="0"/>
              </a:rPr>
              <a:t>Alameda/Pennsylvania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2">
                    <a:lumMod val="10000"/>
                  </a:schemeClr>
                </a:solidFill>
                <a:latin typeface="Franklin Gothic Book" panose="020B0503020102020204" pitchFamily="34" charset="0"/>
              </a:rPr>
              <a:t>Alameda/Franklin</a:t>
            </a:r>
          </a:p>
          <a:p>
            <a:pPr>
              <a:spcAft>
                <a:spcPts val="1200"/>
              </a:spcAft>
            </a:pPr>
            <a:r>
              <a:rPr lang="en-US" sz="1200" dirty="0">
                <a:solidFill>
                  <a:schemeClr val="bg2">
                    <a:lumMod val="10000"/>
                  </a:schemeClr>
                </a:solidFill>
                <a:latin typeface="Franklin Gothic Book" panose="020B0503020102020204" pitchFamily="34" charset="0"/>
              </a:rPr>
              <a:t>*Sensitivity: assumption that 10% of volume on Alameda will reroute to other EB/WB roadways to avoid delay</a:t>
            </a:r>
          </a:p>
          <a:p>
            <a:pPr>
              <a:spcAft>
                <a:spcPts val="1200"/>
              </a:spcAft>
            </a:pPr>
            <a:r>
              <a:rPr lang="en-US" sz="1200" dirty="0">
                <a:solidFill>
                  <a:schemeClr val="bg2">
                    <a:lumMod val="10000"/>
                  </a:schemeClr>
                </a:solidFill>
                <a:latin typeface="Franklin Gothic Book" panose="020B0503020102020204" pitchFamily="34" charset="0"/>
              </a:rPr>
              <a:t>Additionally, left turns were reintroduced for westbound Pennsylvania St and eastbound &amp; westbound Pearl St.</a:t>
            </a:r>
          </a:p>
          <a:p>
            <a:pPr>
              <a:spcAft>
                <a:spcPts val="1200"/>
              </a:spcAft>
            </a:pPr>
            <a:r>
              <a:rPr lang="en-US" sz="1200" dirty="0">
                <a:solidFill>
                  <a:schemeClr val="bg2">
                    <a:lumMod val="10000"/>
                  </a:schemeClr>
                </a:solidFill>
                <a:latin typeface="Franklin Gothic Book" panose="020B0503020102020204" pitchFamily="34" charset="0"/>
              </a:rPr>
              <a:t>Left turns were </a:t>
            </a:r>
            <a:r>
              <a:rPr lang="en-US" sz="1200" b="1" dirty="0">
                <a:solidFill>
                  <a:schemeClr val="bg2">
                    <a:lumMod val="10000"/>
                  </a:schemeClr>
                </a:solidFill>
                <a:latin typeface="Franklin Gothic Book" panose="020B0503020102020204" pitchFamily="34" charset="0"/>
              </a:rPr>
              <a:t>not</a:t>
            </a:r>
            <a:r>
              <a:rPr lang="en-US" sz="1200" dirty="0">
                <a:solidFill>
                  <a:schemeClr val="bg2">
                    <a:lumMod val="10000"/>
                  </a:schemeClr>
                </a:solidFill>
                <a:latin typeface="Franklin Gothic Book" panose="020B0503020102020204" pitchFamily="34" charset="0"/>
              </a:rPr>
              <a:t> proposed at Downing St.</a:t>
            </a:r>
          </a:p>
          <a:p>
            <a:pPr>
              <a:spcAft>
                <a:spcPts val="1200"/>
              </a:spcAft>
            </a:pPr>
            <a:endParaRPr lang="en-US" sz="1200" dirty="0">
              <a:solidFill>
                <a:schemeClr val="bg2">
                  <a:lumMod val="10000"/>
                </a:schemeClr>
              </a:solidFill>
              <a:latin typeface="Franklin Gothic Book" panose="020B0503020102020204" pitchFamily="34" charset="0"/>
            </a:endParaRPr>
          </a:p>
          <a:p>
            <a:pPr lvl="0"/>
            <a:endParaRPr lang="en-US" b="1" dirty="0"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549E3B-AE39-4F4F-97C1-79A2899813BC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257832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b="1" dirty="0">
                <a:cs typeface="Calibri"/>
              </a:rPr>
              <a:t>$ Striped center median: $28k/block x 15 blocks = $420k</a:t>
            </a:r>
          </a:p>
          <a:p>
            <a:pPr lvl="0"/>
            <a:r>
              <a:rPr lang="en-US" b="1" dirty="0">
                <a:cs typeface="Calibri"/>
              </a:rPr>
              <a:t>$$ Raised center median: $110k/block x 15 blocks = $1.65mil</a:t>
            </a:r>
          </a:p>
          <a:p>
            <a:pPr lvl="0"/>
            <a:r>
              <a:rPr lang="en-US" b="1" dirty="0">
                <a:cs typeface="Calibri"/>
              </a:rPr>
              <a:t>$ Striped edge buffer: $25k/block x 15 blocks = $375k</a:t>
            </a:r>
          </a:p>
          <a:p>
            <a:pPr lvl="0"/>
            <a:r>
              <a:rPr lang="en-US" b="1" dirty="0">
                <a:cs typeface="Calibri"/>
              </a:rPr>
              <a:t>$$$ Raised edge buffer: $230k/block x 15 blocks = $3.45mil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549E3B-AE39-4F4F-97C1-79A2899813BC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346046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endParaRPr lang="en-US" b="1"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549E3B-AE39-4F4F-97C1-79A2899813BC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58777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tags" Target="../tags/tag3.xml"/><Relationship Id="rId7" Type="http://schemas.openxmlformats.org/officeDocument/2006/relationships/image" Target="../media/image6.png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5.png"/><Relationship Id="rId5" Type="http://schemas.openxmlformats.org/officeDocument/2006/relationships/image" Target="../media/image8.png"/><Relationship Id="rId4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png"/></Relationships>
</file>

<file path=ppt/slideLayouts/_rels/slideLayout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tags" Target="../tags/tag8.xml"/><Relationship Id="rId7" Type="http://schemas.openxmlformats.org/officeDocument/2006/relationships/image" Target="../media/image1.png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6" Type="http://schemas.openxmlformats.org/officeDocument/2006/relationships/image" Target="../media/image5.png"/><Relationship Id="rId5" Type="http://schemas.openxmlformats.org/officeDocument/2006/relationships/image" Target="../media/image8.png"/><Relationship Id="rId4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6" Type="http://schemas.openxmlformats.org/officeDocument/2006/relationships/image" Target="../media/image10.png"/><Relationship Id="rId5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pn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png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tags" Target="../tags/tag13.xml"/><Relationship Id="rId7" Type="http://schemas.openxmlformats.org/officeDocument/2006/relationships/image" Target="../media/image6.png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6" Type="http://schemas.openxmlformats.org/officeDocument/2006/relationships/image" Target="../media/image5.png"/><Relationship Id="rId5" Type="http://schemas.openxmlformats.org/officeDocument/2006/relationships/image" Target="../media/image8.png"/><Relationship Id="rId4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5.xml"/><Relationship Id="rId1" Type="http://schemas.openxmlformats.org/officeDocument/2006/relationships/tags" Target="../tags/tag14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1.png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tags" Target="../tags/tag18.xml"/><Relationship Id="rId7" Type="http://schemas.openxmlformats.org/officeDocument/2006/relationships/image" Target="../media/image11.png"/><Relationship Id="rId2" Type="http://schemas.openxmlformats.org/officeDocument/2006/relationships/tags" Target="../tags/tag17.xml"/><Relationship Id="rId1" Type="http://schemas.openxmlformats.org/officeDocument/2006/relationships/tags" Target="../tags/tag16.xml"/><Relationship Id="rId6" Type="http://schemas.openxmlformats.org/officeDocument/2006/relationships/image" Target="../media/image6.png"/><Relationship Id="rId5" Type="http://schemas.openxmlformats.org/officeDocument/2006/relationships/image" Target="../media/image8.png"/><Relationship Id="rId4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0.xml"/><Relationship Id="rId1" Type="http://schemas.openxmlformats.org/officeDocument/2006/relationships/tags" Target="../tags/tag19.xml"/><Relationship Id="rId6" Type="http://schemas.openxmlformats.org/officeDocument/2006/relationships/image" Target="../media/image5.png"/><Relationship Id="rId5" Type="http://schemas.openxmlformats.org/officeDocument/2006/relationships/image" Target="../media/image11.png"/><Relationship Id="rId4" Type="http://schemas.openxmlformats.org/officeDocument/2006/relationships/image" Target="../media/image6.png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1.png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3.png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5.png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6.png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6.png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6.png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6.png"/></Relationships>
</file>

<file path=ppt/slideLayouts/_rels/slideLayout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tags" Target="../tags/tag23.xml"/><Relationship Id="rId7" Type="http://schemas.openxmlformats.org/officeDocument/2006/relationships/image" Target="../media/image7.png"/><Relationship Id="rId2" Type="http://schemas.openxmlformats.org/officeDocument/2006/relationships/tags" Target="../tags/tag22.xml"/><Relationship Id="rId1" Type="http://schemas.openxmlformats.org/officeDocument/2006/relationships/tags" Target="../tags/tag21.xml"/><Relationship Id="rId6" Type="http://schemas.openxmlformats.org/officeDocument/2006/relationships/image" Target="../media/image6.png"/><Relationship Id="rId5" Type="http://schemas.openxmlformats.org/officeDocument/2006/relationships/image" Target="../media/image8.png"/><Relationship Id="rId4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5.xml"/><Relationship Id="rId1" Type="http://schemas.openxmlformats.org/officeDocument/2006/relationships/tags" Target="../tags/tag24.xml"/><Relationship Id="rId6" Type="http://schemas.openxmlformats.org/officeDocument/2006/relationships/image" Target="../media/image16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5.png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6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01_Title Slide_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0" y="0"/>
            <a:ext cx="9144000" cy="4477673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/>
          <p:cNvSpPr/>
          <p:nvPr userDrawn="1"/>
        </p:nvSpPr>
        <p:spPr>
          <a:xfrm>
            <a:off x="0" y="4477672"/>
            <a:ext cx="9144000" cy="66582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8046" y="1460502"/>
            <a:ext cx="7144255" cy="1162049"/>
          </a:xfrm>
        </p:spPr>
        <p:txBody>
          <a:bodyPr>
            <a:noAutofit/>
          </a:bodyPr>
          <a:lstStyle>
            <a:lvl1pPr algn="l">
              <a:defRPr sz="4400">
                <a:solidFill>
                  <a:schemeClr val="bg1"/>
                </a:solidFill>
                <a:latin typeface="Franklin Gothic Book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98046" y="2622551"/>
            <a:ext cx="6458456" cy="64293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bg1"/>
                </a:solidFill>
                <a:latin typeface="Franklin Gothic Book"/>
                <a:cs typeface="Franklin Gothic Book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9" name="Parallelogram 8"/>
          <p:cNvSpPr/>
          <p:nvPr userDrawn="1"/>
        </p:nvSpPr>
        <p:spPr>
          <a:xfrm flipH="1">
            <a:off x="1098046" y="1236371"/>
            <a:ext cx="743454" cy="45719"/>
          </a:xfrm>
          <a:prstGeom prst="parallelogram">
            <a:avLst/>
          </a:prstGeom>
          <a:solidFill>
            <a:srgbClr val="9FA6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Picture 19" descr="DenverLogo_4C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850" y="4591050"/>
            <a:ext cx="1270000" cy="424106"/>
          </a:xfrm>
          <a:prstGeom prst="rect">
            <a:avLst/>
          </a:prstGeom>
        </p:spPr>
      </p:pic>
      <p:pic>
        <p:nvPicPr>
          <p:cNvPr id="21" name="Picture 20" descr="ConnectWithUs_BlueGrey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6150" y="4706430"/>
            <a:ext cx="4029456" cy="219456"/>
          </a:xfrm>
          <a:prstGeom prst="rect">
            <a:avLst/>
          </a:prstGeom>
        </p:spPr>
      </p:pic>
      <p:pic>
        <p:nvPicPr>
          <p:cNvPr id="4" name="Picture 3" descr="ThinShearedLines_BlueYellowRed.png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80989"/>
            <a:ext cx="9144000" cy="691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62618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02_Title Slide_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0" y="261938"/>
            <a:ext cx="9144000" cy="4215735"/>
          </a:xfrm>
          <a:prstGeom prst="rect">
            <a:avLst/>
          </a:prstGeom>
          <a:solidFill>
            <a:srgbClr val="002D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/>
          <p:cNvSpPr/>
          <p:nvPr userDrawn="1"/>
        </p:nvSpPr>
        <p:spPr>
          <a:xfrm>
            <a:off x="0" y="4477672"/>
            <a:ext cx="9144000" cy="665828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8046" y="1460502"/>
            <a:ext cx="7144255" cy="1162049"/>
          </a:xfrm>
        </p:spPr>
        <p:txBody>
          <a:bodyPr>
            <a:noAutofit/>
          </a:bodyPr>
          <a:lstStyle>
            <a:lvl1pPr algn="l">
              <a:defRPr sz="4400">
                <a:solidFill>
                  <a:schemeClr val="bg1"/>
                </a:solidFill>
                <a:latin typeface="Franklin Gothic Book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98046" y="2622551"/>
            <a:ext cx="6458456" cy="64293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bg1"/>
                </a:solidFill>
                <a:latin typeface="Franklin Gothic Book"/>
                <a:cs typeface="Franklin Gothic Book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9" name="Parallelogram 8"/>
          <p:cNvSpPr/>
          <p:nvPr userDrawn="1"/>
        </p:nvSpPr>
        <p:spPr>
          <a:xfrm flipH="1">
            <a:off x="1098046" y="1236371"/>
            <a:ext cx="743454" cy="45719"/>
          </a:xfrm>
          <a:prstGeom prst="parallelogram">
            <a:avLst/>
          </a:prstGeom>
          <a:solidFill>
            <a:srgbClr val="9FA6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17" descr="HeaderBar_BlueRedYellow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438912"/>
          </a:xfrm>
          <a:prstGeom prst="rect">
            <a:avLst/>
          </a:prstGeom>
        </p:spPr>
      </p:pic>
      <p:pic>
        <p:nvPicPr>
          <p:cNvPr id="20" name="Picture 19" descr="DenverLogo_4C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850" y="4591050"/>
            <a:ext cx="1270000" cy="424106"/>
          </a:xfrm>
          <a:prstGeom prst="rect">
            <a:avLst/>
          </a:prstGeom>
        </p:spPr>
      </p:pic>
      <p:pic>
        <p:nvPicPr>
          <p:cNvPr id="21" name="Picture 20" descr="ConnectWithUs_BlueGrey.png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6150" y="4706430"/>
            <a:ext cx="4029456" cy="219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7068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03_Title and Content_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8250" y="1033462"/>
            <a:ext cx="6858000" cy="967979"/>
          </a:xfrm>
        </p:spPr>
        <p:txBody>
          <a:bodyPr>
            <a:normAutofit/>
          </a:bodyPr>
          <a:lstStyle>
            <a:lvl1pPr algn="l">
              <a:defRPr sz="3800" baseline="0">
                <a:solidFill>
                  <a:srgbClr val="D9531E"/>
                </a:solidFill>
                <a:latin typeface="Franklin Gothic Book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38250" y="2185987"/>
            <a:ext cx="6858000" cy="1681163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2200" baseline="0">
                <a:solidFill>
                  <a:schemeClr val="tx1"/>
                </a:solidFill>
                <a:latin typeface="Franklin Gothic Book"/>
              </a:defRPr>
            </a:lvl1pPr>
            <a:lvl2pPr marL="0" indent="0">
              <a:spcBef>
                <a:spcPts val="0"/>
              </a:spcBef>
              <a:buFontTx/>
              <a:buNone/>
              <a:defRPr sz="2200" baseline="0">
                <a:solidFill>
                  <a:schemeClr val="tx1"/>
                </a:solidFill>
                <a:latin typeface="Franklin Gothic Book"/>
              </a:defRPr>
            </a:lvl2pPr>
            <a:lvl3pPr marL="0" indent="0">
              <a:spcBef>
                <a:spcPts val="0"/>
              </a:spcBef>
              <a:buFontTx/>
              <a:buNone/>
              <a:defRPr sz="2200" baseline="0">
                <a:solidFill>
                  <a:schemeClr val="tx1"/>
                </a:solidFill>
                <a:latin typeface="Franklin Gothic Book"/>
              </a:defRPr>
            </a:lvl3pPr>
            <a:lvl4pPr marL="0" indent="0">
              <a:spcBef>
                <a:spcPts val="0"/>
              </a:spcBef>
              <a:buFontTx/>
              <a:buNone/>
              <a:defRPr sz="2200" baseline="0">
                <a:solidFill>
                  <a:schemeClr val="tx1"/>
                </a:solidFill>
                <a:latin typeface="Franklin Gothic Book"/>
              </a:defRPr>
            </a:lvl4pPr>
            <a:lvl5pPr marL="0" indent="0">
              <a:spcBef>
                <a:spcPts val="0"/>
              </a:spcBef>
              <a:buFontTx/>
              <a:buNone/>
              <a:defRPr sz="2200" baseline="0">
                <a:solidFill>
                  <a:schemeClr val="tx1"/>
                </a:solidFill>
                <a:latin typeface="Franklin Gothic Book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 </a:t>
            </a:r>
          </a:p>
        </p:txBody>
      </p:sp>
      <p:pic>
        <p:nvPicPr>
          <p:cNvPr id="15" name="Picture 14" descr="ThinShearedLines_BlueRedYellow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2400"/>
            <a:ext cx="9144000" cy="79248"/>
          </a:xfrm>
          <a:prstGeom prst="rect">
            <a:avLst/>
          </a:prstGeom>
        </p:spPr>
      </p:pic>
      <p:sp>
        <p:nvSpPr>
          <p:cNvPr id="8" name="Rectangle 7"/>
          <p:cNvSpPr/>
          <p:nvPr userDrawn="1"/>
        </p:nvSpPr>
        <p:spPr>
          <a:xfrm>
            <a:off x="0" y="4477672"/>
            <a:ext cx="9144000" cy="665828"/>
          </a:xfrm>
          <a:prstGeom prst="rect">
            <a:avLst/>
          </a:prstGeom>
          <a:solidFill>
            <a:srgbClr val="002D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 descr="DenverLogo_4C_Rev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850" y="4591050"/>
            <a:ext cx="1270000" cy="424106"/>
          </a:xfrm>
          <a:prstGeom prst="rect">
            <a:avLst/>
          </a:prstGeom>
        </p:spPr>
      </p:pic>
      <p:pic>
        <p:nvPicPr>
          <p:cNvPr id="10" name="Picture 9" descr="ConnectWithUs_YellowWhite.png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6150" y="4706430"/>
            <a:ext cx="4029456" cy="219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50724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4_Title and Content_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233764" y="1344846"/>
            <a:ext cx="1606557" cy="1031868"/>
          </a:xfrm>
        </p:spPr>
        <p:txBody>
          <a:bodyPr>
            <a:normAutofit/>
          </a:bodyPr>
          <a:lstStyle>
            <a:lvl1pPr algn="ctr">
              <a:defRPr sz="2200" baseline="0">
                <a:solidFill>
                  <a:schemeClr val="accent2"/>
                </a:solidFill>
                <a:latin typeface="Franklin Gothic Book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Rectangle 9"/>
          <p:cNvSpPr/>
          <p:nvPr userDrawn="1"/>
        </p:nvSpPr>
        <p:spPr>
          <a:xfrm>
            <a:off x="829890" y="467911"/>
            <a:ext cx="2414306" cy="2785738"/>
          </a:xfrm>
          <a:prstGeom prst="rect">
            <a:avLst/>
          </a:prstGeom>
          <a:noFill/>
          <a:ln w="762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2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172004" y="3470820"/>
            <a:ext cx="3730078" cy="832978"/>
          </a:xfrm>
        </p:spPr>
        <p:txBody>
          <a:bodyPr>
            <a:normAutofit/>
          </a:bodyPr>
          <a:lstStyle>
            <a:lvl1pPr marL="0" indent="0" algn="ctr">
              <a:buNone/>
              <a:defRPr sz="1800" baseline="0">
                <a:latin typeface="Franklin Gothic Book" panose="020B0503020102020204" pitchFamily="34" charset="0"/>
              </a:defRPr>
            </a:lvl1pPr>
          </a:lstStyle>
          <a:p>
            <a:pPr lvl="0"/>
            <a:r>
              <a:rPr lang="en-US" dirty="0"/>
              <a:t>Click to edit sub master text styles</a:t>
            </a:r>
          </a:p>
        </p:txBody>
      </p:sp>
      <p:pic>
        <p:nvPicPr>
          <p:cNvPr id="13" name="Picture 12" descr="ThinShearedLines_BlueRedYellow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004" y="3342476"/>
            <a:ext cx="3730078" cy="85047"/>
          </a:xfrm>
          <a:prstGeom prst="rect">
            <a:avLst/>
          </a:prstGeom>
        </p:spPr>
      </p:pic>
      <p:sp>
        <p:nvSpPr>
          <p:cNvPr id="14" name="Content Placeholder 2"/>
          <p:cNvSpPr>
            <a:spLocks noGrp="1" noChangeAspect="1"/>
          </p:cNvSpPr>
          <p:nvPr>
            <p:ph idx="1"/>
          </p:nvPr>
        </p:nvSpPr>
        <p:spPr>
          <a:xfrm>
            <a:off x="4586514" y="467911"/>
            <a:ext cx="4325257" cy="3835887"/>
          </a:xfrm>
        </p:spPr>
        <p:txBody>
          <a:bodyPr>
            <a:normAutofit/>
          </a:bodyPr>
          <a:lstStyle>
            <a:lvl1pPr marL="342891" indent="-342891">
              <a:spcBef>
                <a:spcPts val="0"/>
              </a:spcBef>
              <a:buFont typeface="Arial" panose="020B0604020202020204" pitchFamily="34" charset="0"/>
              <a:buChar char="•"/>
              <a:defRPr sz="2200" baseline="0">
                <a:solidFill>
                  <a:schemeClr val="tx1"/>
                </a:solidFill>
                <a:latin typeface="Franklin Gothic Book"/>
              </a:defRPr>
            </a:lvl1pPr>
            <a:lvl2pPr marL="342891" indent="-342891">
              <a:spcBef>
                <a:spcPts val="0"/>
              </a:spcBef>
              <a:buFont typeface="Arial" panose="020B0604020202020204" pitchFamily="34" charset="0"/>
              <a:buChar char="•"/>
              <a:defRPr sz="2200" baseline="0">
                <a:solidFill>
                  <a:schemeClr val="tx1"/>
                </a:solidFill>
                <a:latin typeface="Franklin Gothic Book"/>
              </a:defRPr>
            </a:lvl2pPr>
            <a:lvl3pPr marL="0" indent="0">
              <a:spcBef>
                <a:spcPts val="0"/>
              </a:spcBef>
              <a:buFontTx/>
              <a:buNone/>
              <a:defRPr sz="2200" baseline="0">
                <a:solidFill>
                  <a:schemeClr val="tx1"/>
                </a:solidFill>
                <a:latin typeface="Franklin Gothic Book"/>
              </a:defRPr>
            </a:lvl3pPr>
            <a:lvl4pPr marL="682608" indent="-342891">
              <a:spcBef>
                <a:spcPts val="0"/>
              </a:spcBef>
              <a:buFont typeface="Arial" panose="020B0604020202020204" pitchFamily="34" charset="0"/>
              <a:buChar char="•"/>
              <a:defRPr sz="2000" baseline="0">
                <a:solidFill>
                  <a:schemeClr val="tx1"/>
                </a:solidFill>
                <a:latin typeface="Franklin Gothic Book"/>
              </a:defRPr>
            </a:lvl4pPr>
            <a:lvl5pPr marL="0" indent="0">
              <a:spcBef>
                <a:spcPts val="0"/>
              </a:spcBef>
              <a:buFontTx/>
              <a:buNone/>
              <a:defRPr sz="2200" baseline="0">
                <a:solidFill>
                  <a:schemeClr val="tx1"/>
                </a:solidFill>
                <a:latin typeface="Franklin Gothic Book"/>
              </a:defRPr>
            </a:lvl5pPr>
            <a:lvl6pPr marL="914377" indent="-228594">
              <a:defRPr sz="1800">
                <a:latin typeface="Franklin Gothic Book" panose="020B0503020102020204" pitchFamily="34" charset="0"/>
              </a:defRPr>
            </a:lvl6pPr>
          </a:lstStyle>
          <a:p>
            <a:pPr lvl="0"/>
            <a:r>
              <a:rPr lang="en-US" dirty="0"/>
              <a:t>Edit Master text styles</a:t>
            </a:r>
          </a:p>
          <a:p>
            <a:pPr lvl="3"/>
            <a:r>
              <a:rPr lang="en-US" dirty="0"/>
              <a:t>Second level</a:t>
            </a:r>
          </a:p>
          <a:p>
            <a:pPr lvl="5"/>
            <a:r>
              <a:rPr lang="en-US" dirty="0"/>
              <a:t>Third level</a:t>
            </a:r>
          </a:p>
        </p:txBody>
      </p:sp>
      <p:sp>
        <p:nvSpPr>
          <p:cNvPr id="16" name="Rectangle 15"/>
          <p:cNvSpPr/>
          <p:nvPr userDrawn="1"/>
        </p:nvSpPr>
        <p:spPr>
          <a:xfrm>
            <a:off x="0" y="4477672"/>
            <a:ext cx="9144000" cy="665828"/>
          </a:xfrm>
          <a:prstGeom prst="rect">
            <a:avLst/>
          </a:prstGeom>
          <a:solidFill>
            <a:srgbClr val="002D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 descr="DenverLogo_4C_Rev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850" y="4591050"/>
            <a:ext cx="1270000" cy="424106"/>
          </a:xfrm>
          <a:prstGeom prst="rect">
            <a:avLst/>
          </a:prstGeom>
        </p:spPr>
      </p:pic>
      <p:pic>
        <p:nvPicPr>
          <p:cNvPr id="18" name="Picture 17" descr="ConnectWithUs_YellowWhite.png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6150" y="4706430"/>
            <a:ext cx="4029456" cy="219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0733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5_Three Content Category_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 noChangeAspect="1"/>
          </p:cNvSpPr>
          <p:nvPr>
            <p:ph type="title"/>
          </p:nvPr>
        </p:nvSpPr>
        <p:spPr>
          <a:xfrm>
            <a:off x="134166" y="307910"/>
            <a:ext cx="4448344" cy="1290638"/>
          </a:xfrm>
          <a:noFill/>
        </p:spPr>
        <p:txBody>
          <a:bodyPr>
            <a:normAutofit/>
          </a:bodyPr>
          <a:lstStyle>
            <a:lvl1pPr algn="l">
              <a:defRPr sz="3800" baseline="0">
                <a:solidFill>
                  <a:schemeClr val="accent2"/>
                </a:solidFill>
                <a:latin typeface="Franklin Gothic Book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Content Placeholder 2"/>
          <p:cNvSpPr>
            <a:spLocks noGrp="1" noChangeAspect="1"/>
          </p:cNvSpPr>
          <p:nvPr>
            <p:ph idx="1"/>
          </p:nvPr>
        </p:nvSpPr>
        <p:spPr>
          <a:xfrm>
            <a:off x="4756150" y="307911"/>
            <a:ext cx="4251216" cy="4087033"/>
          </a:xfrm>
        </p:spPr>
        <p:txBody>
          <a:bodyPr>
            <a:normAutofit/>
          </a:bodyPr>
          <a:lstStyle>
            <a:lvl1pPr marL="342891" indent="-342891">
              <a:spcBef>
                <a:spcPts val="0"/>
              </a:spcBef>
              <a:buFont typeface="Arial" panose="020B0604020202020204" pitchFamily="34" charset="0"/>
              <a:buChar char="•"/>
              <a:defRPr sz="2200" baseline="0">
                <a:solidFill>
                  <a:schemeClr val="tx1"/>
                </a:solidFill>
                <a:latin typeface="Franklin Gothic Book"/>
              </a:defRPr>
            </a:lvl1pPr>
            <a:lvl2pPr marL="342891" indent="-342891">
              <a:spcBef>
                <a:spcPts val="0"/>
              </a:spcBef>
              <a:buFont typeface="Arial" panose="020B0604020202020204" pitchFamily="34" charset="0"/>
              <a:buChar char="•"/>
              <a:defRPr sz="2200" baseline="0">
                <a:solidFill>
                  <a:schemeClr val="tx1"/>
                </a:solidFill>
                <a:latin typeface="Franklin Gothic Book"/>
              </a:defRPr>
            </a:lvl2pPr>
            <a:lvl3pPr marL="0" indent="0">
              <a:spcBef>
                <a:spcPts val="0"/>
              </a:spcBef>
              <a:buFontTx/>
              <a:buNone/>
              <a:defRPr sz="2200" baseline="0">
                <a:solidFill>
                  <a:schemeClr val="tx1"/>
                </a:solidFill>
                <a:latin typeface="Franklin Gothic Book"/>
              </a:defRPr>
            </a:lvl3pPr>
            <a:lvl4pPr marL="682608" indent="-342891">
              <a:spcBef>
                <a:spcPts val="0"/>
              </a:spcBef>
              <a:buFont typeface="Arial" panose="020B0604020202020204" pitchFamily="34" charset="0"/>
              <a:buChar char="•"/>
              <a:defRPr sz="2000" baseline="0">
                <a:solidFill>
                  <a:schemeClr val="tx1"/>
                </a:solidFill>
                <a:latin typeface="Franklin Gothic Book"/>
              </a:defRPr>
            </a:lvl4pPr>
            <a:lvl5pPr marL="0" indent="0">
              <a:spcBef>
                <a:spcPts val="0"/>
              </a:spcBef>
              <a:buFontTx/>
              <a:buNone/>
              <a:defRPr sz="2200" baseline="0">
                <a:solidFill>
                  <a:schemeClr val="tx1"/>
                </a:solidFill>
                <a:latin typeface="Franklin Gothic Book"/>
              </a:defRPr>
            </a:lvl5pPr>
            <a:lvl6pPr marL="914377" indent="-228594">
              <a:defRPr sz="1800">
                <a:latin typeface="Franklin Gothic Book" panose="020B0503020102020204" pitchFamily="34" charset="0"/>
              </a:defRPr>
            </a:lvl6pPr>
          </a:lstStyle>
          <a:p>
            <a:pPr lvl="0"/>
            <a:r>
              <a:rPr lang="en-US" dirty="0"/>
              <a:t>Edit Master text styles</a:t>
            </a:r>
          </a:p>
          <a:p>
            <a:pPr lvl="3"/>
            <a:r>
              <a:rPr lang="en-US" dirty="0"/>
              <a:t>Second level</a:t>
            </a:r>
          </a:p>
          <a:p>
            <a:pPr lvl="5"/>
            <a:r>
              <a:rPr lang="en-US" dirty="0"/>
              <a:t>Third level</a:t>
            </a:r>
          </a:p>
        </p:txBody>
      </p:sp>
      <p:sp>
        <p:nvSpPr>
          <p:cNvPr id="10" name="Text Placeholder 32"/>
          <p:cNvSpPr>
            <a:spLocks noGrp="1"/>
          </p:cNvSpPr>
          <p:nvPr>
            <p:ph type="body" sz="quarter" idx="26"/>
          </p:nvPr>
        </p:nvSpPr>
        <p:spPr>
          <a:xfrm>
            <a:off x="323850" y="1796467"/>
            <a:ext cx="4258660" cy="691805"/>
          </a:xfrm>
        </p:spPr>
        <p:txBody>
          <a:bodyPr/>
          <a:lstStyle>
            <a:lvl1pPr marL="0" indent="0">
              <a:buNone/>
              <a:defRPr sz="1800" b="0">
                <a:latin typeface="Franklin Gothic Book" panose="020B0503020102020204" pitchFamily="34" charset="0"/>
              </a:defRPr>
            </a:lvl1pPr>
            <a:lvl2pPr marL="285744" indent="-285744">
              <a:buFont typeface="Arial" panose="020B0604020202020204" pitchFamily="34" charset="0"/>
              <a:buChar char="•"/>
              <a:defRPr sz="1400">
                <a:latin typeface="Franklin Gothic Book" panose="020B0503020102020204" pitchFamily="34" charset="0"/>
              </a:defRPr>
            </a:lvl2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2" name="Rectangle 11"/>
          <p:cNvSpPr>
            <a:spLocks/>
          </p:cNvSpPr>
          <p:nvPr userDrawn="1"/>
        </p:nvSpPr>
        <p:spPr>
          <a:xfrm>
            <a:off x="139656" y="1802472"/>
            <a:ext cx="45719" cy="68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3" name="Text Placeholder 32"/>
          <p:cNvSpPr>
            <a:spLocks noGrp="1"/>
          </p:cNvSpPr>
          <p:nvPr>
            <p:ph type="body" sz="quarter" idx="27"/>
          </p:nvPr>
        </p:nvSpPr>
        <p:spPr>
          <a:xfrm>
            <a:off x="323850" y="2697766"/>
            <a:ext cx="4258660" cy="685056"/>
          </a:xfrm>
        </p:spPr>
        <p:txBody>
          <a:bodyPr/>
          <a:lstStyle>
            <a:lvl1pPr marL="0" indent="0">
              <a:buNone/>
              <a:defRPr sz="1800" b="0">
                <a:latin typeface="Franklin Gothic Book" panose="020B0503020102020204" pitchFamily="34" charset="0"/>
              </a:defRPr>
            </a:lvl1pPr>
            <a:lvl2pPr marL="285744" indent="-285744">
              <a:buFont typeface="Arial" panose="020B0604020202020204" pitchFamily="34" charset="0"/>
              <a:buChar char="•"/>
              <a:defRPr sz="1400">
                <a:latin typeface="Franklin Gothic Book" panose="020B0503020102020204" pitchFamily="34" charset="0"/>
              </a:defRPr>
            </a:lvl2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4" name="Rectangle 13"/>
          <p:cNvSpPr>
            <a:spLocks/>
          </p:cNvSpPr>
          <p:nvPr userDrawn="1"/>
        </p:nvSpPr>
        <p:spPr>
          <a:xfrm>
            <a:off x="139655" y="2697022"/>
            <a:ext cx="45719" cy="685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6" name="Text Placeholder 32"/>
          <p:cNvSpPr>
            <a:spLocks noGrp="1"/>
          </p:cNvSpPr>
          <p:nvPr>
            <p:ph type="body" sz="quarter" idx="28"/>
          </p:nvPr>
        </p:nvSpPr>
        <p:spPr>
          <a:xfrm>
            <a:off x="323850" y="3593088"/>
            <a:ext cx="4258660" cy="684284"/>
          </a:xfrm>
        </p:spPr>
        <p:txBody>
          <a:bodyPr/>
          <a:lstStyle>
            <a:lvl1pPr marL="0" indent="0">
              <a:buNone/>
              <a:defRPr sz="1800" b="0">
                <a:latin typeface="Franklin Gothic Book" panose="020B0503020102020204" pitchFamily="34" charset="0"/>
              </a:defRPr>
            </a:lvl1pPr>
            <a:lvl2pPr marL="342891" indent="-342891">
              <a:buFont typeface="Arial" panose="020B0604020202020204" pitchFamily="34" charset="0"/>
              <a:buChar char="•"/>
              <a:defRPr sz="1400">
                <a:latin typeface="Franklin Gothic Book" panose="020B0503020102020204" pitchFamily="34" charset="0"/>
              </a:defRPr>
            </a:lvl2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8" name="Rectangle 17"/>
          <p:cNvSpPr>
            <a:spLocks/>
          </p:cNvSpPr>
          <p:nvPr userDrawn="1"/>
        </p:nvSpPr>
        <p:spPr>
          <a:xfrm>
            <a:off x="139654" y="3591572"/>
            <a:ext cx="45719" cy="6858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21" name="Picture 20" descr="ThinShearedLines_BlueRedYellow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03200"/>
            <a:ext cx="9144000" cy="79248"/>
          </a:xfrm>
          <a:prstGeom prst="rect">
            <a:avLst/>
          </a:prstGeom>
        </p:spPr>
      </p:pic>
      <p:sp>
        <p:nvSpPr>
          <p:cNvPr id="17" name="Rectangle 16"/>
          <p:cNvSpPr/>
          <p:nvPr userDrawn="1"/>
        </p:nvSpPr>
        <p:spPr>
          <a:xfrm>
            <a:off x="0" y="4477672"/>
            <a:ext cx="9144000" cy="665828"/>
          </a:xfrm>
          <a:prstGeom prst="rect">
            <a:avLst/>
          </a:prstGeom>
          <a:solidFill>
            <a:srgbClr val="002D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Picture 18" descr="DenverLogo_4C_Rev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850" y="4591050"/>
            <a:ext cx="1270000" cy="424106"/>
          </a:xfrm>
          <a:prstGeom prst="rect">
            <a:avLst/>
          </a:prstGeom>
        </p:spPr>
      </p:pic>
      <p:pic>
        <p:nvPicPr>
          <p:cNvPr id="20" name="Picture 19" descr="ConnectWithUs_YellowWhite.png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6150" y="4706430"/>
            <a:ext cx="4029456" cy="219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21805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6_Five Content Category_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 noChangeAspect="1"/>
          </p:cNvSpPr>
          <p:nvPr>
            <p:ph type="title"/>
          </p:nvPr>
        </p:nvSpPr>
        <p:spPr>
          <a:xfrm>
            <a:off x="134166" y="307910"/>
            <a:ext cx="4448344" cy="1290638"/>
          </a:xfrm>
          <a:noFill/>
        </p:spPr>
        <p:txBody>
          <a:bodyPr>
            <a:normAutofit/>
          </a:bodyPr>
          <a:lstStyle>
            <a:lvl1pPr algn="l">
              <a:defRPr sz="3800" baseline="0">
                <a:solidFill>
                  <a:schemeClr val="accent2"/>
                </a:solidFill>
                <a:latin typeface="Franklin Gothic Book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Content Placeholder 2"/>
          <p:cNvSpPr>
            <a:spLocks noGrp="1" noChangeAspect="1"/>
          </p:cNvSpPr>
          <p:nvPr>
            <p:ph idx="1"/>
          </p:nvPr>
        </p:nvSpPr>
        <p:spPr>
          <a:xfrm>
            <a:off x="4756150" y="307911"/>
            <a:ext cx="4251216" cy="4087033"/>
          </a:xfrm>
        </p:spPr>
        <p:txBody>
          <a:bodyPr>
            <a:normAutofit/>
          </a:bodyPr>
          <a:lstStyle>
            <a:lvl1pPr marL="342891" indent="-342891">
              <a:spcBef>
                <a:spcPts val="0"/>
              </a:spcBef>
              <a:buFont typeface="Arial" panose="020B0604020202020204" pitchFamily="34" charset="0"/>
              <a:buChar char="•"/>
              <a:defRPr sz="2200" baseline="0">
                <a:solidFill>
                  <a:schemeClr val="tx1"/>
                </a:solidFill>
                <a:latin typeface="Franklin Gothic Book"/>
              </a:defRPr>
            </a:lvl1pPr>
            <a:lvl2pPr marL="342891" indent="-342891">
              <a:spcBef>
                <a:spcPts val="0"/>
              </a:spcBef>
              <a:buFont typeface="Arial" panose="020B0604020202020204" pitchFamily="34" charset="0"/>
              <a:buChar char="•"/>
              <a:defRPr sz="2200" baseline="0">
                <a:solidFill>
                  <a:schemeClr val="tx1"/>
                </a:solidFill>
                <a:latin typeface="Franklin Gothic Book"/>
              </a:defRPr>
            </a:lvl2pPr>
            <a:lvl3pPr marL="0" indent="0">
              <a:spcBef>
                <a:spcPts val="0"/>
              </a:spcBef>
              <a:buFontTx/>
              <a:buNone/>
              <a:defRPr sz="2200" baseline="0">
                <a:solidFill>
                  <a:schemeClr val="tx1"/>
                </a:solidFill>
                <a:latin typeface="Franklin Gothic Book"/>
              </a:defRPr>
            </a:lvl3pPr>
            <a:lvl4pPr marL="682608" indent="-342891">
              <a:spcBef>
                <a:spcPts val="0"/>
              </a:spcBef>
              <a:buFont typeface="Arial" panose="020B0604020202020204" pitchFamily="34" charset="0"/>
              <a:buChar char="•"/>
              <a:defRPr sz="2000" baseline="0">
                <a:solidFill>
                  <a:schemeClr val="tx1"/>
                </a:solidFill>
                <a:latin typeface="Franklin Gothic Book"/>
              </a:defRPr>
            </a:lvl4pPr>
            <a:lvl5pPr marL="0" indent="0">
              <a:spcBef>
                <a:spcPts val="0"/>
              </a:spcBef>
              <a:buFontTx/>
              <a:buNone/>
              <a:defRPr sz="2200" baseline="0">
                <a:solidFill>
                  <a:schemeClr val="tx1"/>
                </a:solidFill>
                <a:latin typeface="Franklin Gothic Book"/>
              </a:defRPr>
            </a:lvl5pPr>
            <a:lvl6pPr marL="914377" indent="-228594">
              <a:defRPr sz="1800">
                <a:latin typeface="Franklin Gothic Book" panose="020B0503020102020204" pitchFamily="34" charset="0"/>
              </a:defRPr>
            </a:lvl6pPr>
          </a:lstStyle>
          <a:p>
            <a:pPr lvl="0"/>
            <a:r>
              <a:rPr lang="en-US" dirty="0"/>
              <a:t>Edit Master text styles</a:t>
            </a:r>
          </a:p>
          <a:p>
            <a:pPr lvl="3"/>
            <a:r>
              <a:rPr lang="en-US" dirty="0"/>
              <a:t>Second level</a:t>
            </a:r>
          </a:p>
          <a:p>
            <a:pPr lvl="5"/>
            <a:r>
              <a:rPr lang="en-US" dirty="0"/>
              <a:t>Third level</a:t>
            </a:r>
          </a:p>
        </p:txBody>
      </p:sp>
      <p:sp>
        <p:nvSpPr>
          <p:cNvPr id="10" name="Text Placeholder 32"/>
          <p:cNvSpPr>
            <a:spLocks noGrp="1"/>
          </p:cNvSpPr>
          <p:nvPr>
            <p:ph type="body" sz="quarter" idx="26"/>
          </p:nvPr>
        </p:nvSpPr>
        <p:spPr>
          <a:xfrm>
            <a:off x="323850" y="1686360"/>
            <a:ext cx="4258660" cy="541299"/>
          </a:xfrm>
        </p:spPr>
        <p:txBody>
          <a:bodyPr/>
          <a:lstStyle>
            <a:lvl1pPr marL="0" indent="0">
              <a:buNone/>
              <a:defRPr sz="1800" b="0">
                <a:latin typeface="Franklin Gothic Book" panose="020B0503020102020204" pitchFamily="34" charset="0"/>
              </a:defRPr>
            </a:lvl1pPr>
            <a:lvl2pPr marL="285744" indent="-285744">
              <a:buFont typeface="Arial" panose="020B0604020202020204" pitchFamily="34" charset="0"/>
              <a:buChar char="•"/>
              <a:defRPr sz="1400">
                <a:latin typeface="Franklin Gothic Book" panose="020B0503020102020204" pitchFamily="34" charset="0"/>
              </a:defRPr>
            </a:lvl2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2" name="Rectangle 11"/>
          <p:cNvSpPr>
            <a:spLocks/>
          </p:cNvSpPr>
          <p:nvPr userDrawn="1"/>
        </p:nvSpPr>
        <p:spPr>
          <a:xfrm>
            <a:off x="139656" y="1686360"/>
            <a:ext cx="45719" cy="54864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3" name="Text Placeholder 32"/>
          <p:cNvSpPr>
            <a:spLocks noGrp="1"/>
          </p:cNvSpPr>
          <p:nvPr>
            <p:ph type="body" sz="quarter" idx="27"/>
          </p:nvPr>
        </p:nvSpPr>
        <p:spPr>
          <a:xfrm>
            <a:off x="323850" y="2402858"/>
            <a:ext cx="4258660" cy="551323"/>
          </a:xfrm>
        </p:spPr>
        <p:txBody>
          <a:bodyPr/>
          <a:lstStyle>
            <a:lvl1pPr marL="0" indent="0">
              <a:buNone/>
              <a:defRPr sz="1800" b="0"/>
            </a:lvl1pPr>
            <a:lvl2pPr marL="285744" indent="-285744">
              <a:buFont typeface="Arial" panose="020B0604020202020204" pitchFamily="34" charset="0"/>
              <a:buChar char="•"/>
              <a:defRPr sz="1400">
                <a:latin typeface="Franklin Gothic Book" panose="020B0503020102020204" pitchFamily="34" charset="0"/>
              </a:defRPr>
            </a:lvl2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4" name="Rectangle 13"/>
          <p:cNvSpPr>
            <a:spLocks/>
          </p:cNvSpPr>
          <p:nvPr userDrawn="1"/>
        </p:nvSpPr>
        <p:spPr>
          <a:xfrm>
            <a:off x="139655" y="2405541"/>
            <a:ext cx="45719" cy="54864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6" name="Text Placeholder 32"/>
          <p:cNvSpPr>
            <a:spLocks noGrp="1"/>
          </p:cNvSpPr>
          <p:nvPr>
            <p:ph type="body" sz="quarter" idx="28"/>
          </p:nvPr>
        </p:nvSpPr>
        <p:spPr>
          <a:xfrm>
            <a:off x="323850" y="3124722"/>
            <a:ext cx="4258660" cy="548640"/>
          </a:xfrm>
        </p:spPr>
        <p:txBody>
          <a:bodyPr/>
          <a:lstStyle>
            <a:lvl1pPr marL="0" indent="0">
              <a:buNone/>
              <a:defRPr sz="1800" b="0">
                <a:latin typeface="Franklin Gothic Book" panose="020B0503020102020204" pitchFamily="34" charset="0"/>
              </a:defRPr>
            </a:lvl1pPr>
            <a:lvl2pPr marL="342891" indent="-342891">
              <a:buFont typeface="Arial" panose="020B0604020202020204" pitchFamily="34" charset="0"/>
              <a:buChar char="•"/>
              <a:defRPr sz="1400">
                <a:latin typeface="Franklin Gothic Book" panose="020B0503020102020204" pitchFamily="34" charset="0"/>
              </a:defRPr>
            </a:lvl2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8" name="Rectangle 17"/>
          <p:cNvSpPr>
            <a:spLocks/>
          </p:cNvSpPr>
          <p:nvPr userDrawn="1"/>
        </p:nvSpPr>
        <p:spPr>
          <a:xfrm>
            <a:off x="139654" y="3124722"/>
            <a:ext cx="45719" cy="54864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9" name="Text Placeholder 32"/>
          <p:cNvSpPr>
            <a:spLocks noGrp="1"/>
          </p:cNvSpPr>
          <p:nvPr>
            <p:ph type="body" sz="quarter" idx="29"/>
          </p:nvPr>
        </p:nvSpPr>
        <p:spPr>
          <a:xfrm>
            <a:off x="323850" y="3848561"/>
            <a:ext cx="4258660" cy="546383"/>
          </a:xfrm>
        </p:spPr>
        <p:txBody>
          <a:bodyPr/>
          <a:lstStyle>
            <a:lvl1pPr marL="0" indent="0">
              <a:buNone/>
              <a:defRPr sz="1800" b="0">
                <a:latin typeface="Franklin Gothic Book" panose="020B0503020102020204" pitchFamily="34" charset="0"/>
              </a:defRPr>
            </a:lvl1pPr>
            <a:lvl2pPr marL="342891" indent="-342891">
              <a:buFont typeface="Arial" panose="020B0604020202020204" pitchFamily="34" charset="0"/>
              <a:buChar char="•"/>
              <a:defRPr sz="1400">
                <a:latin typeface="Franklin Gothic Book" panose="020B0503020102020204" pitchFamily="34" charset="0"/>
              </a:defRPr>
            </a:lvl2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20" name="Rectangle 19"/>
          <p:cNvSpPr>
            <a:spLocks/>
          </p:cNvSpPr>
          <p:nvPr userDrawn="1"/>
        </p:nvSpPr>
        <p:spPr>
          <a:xfrm>
            <a:off x="134166" y="3846304"/>
            <a:ext cx="45719" cy="54864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21" name="Picture 20" descr="ThinShearedLines_BlueRedYellow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03200"/>
            <a:ext cx="9144000" cy="79248"/>
          </a:xfrm>
          <a:prstGeom prst="rect">
            <a:avLst/>
          </a:prstGeom>
        </p:spPr>
      </p:pic>
      <p:sp>
        <p:nvSpPr>
          <p:cNvPr id="17" name="Rectangle 16"/>
          <p:cNvSpPr/>
          <p:nvPr userDrawn="1"/>
        </p:nvSpPr>
        <p:spPr>
          <a:xfrm>
            <a:off x="0" y="4477672"/>
            <a:ext cx="9144000" cy="665828"/>
          </a:xfrm>
          <a:prstGeom prst="rect">
            <a:avLst/>
          </a:prstGeom>
          <a:solidFill>
            <a:srgbClr val="002D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2" name="Picture 21" descr="DenverLogo_4C_Rev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850" y="4591050"/>
            <a:ext cx="1270000" cy="424106"/>
          </a:xfrm>
          <a:prstGeom prst="rect">
            <a:avLst/>
          </a:prstGeom>
        </p:spPr>
      </p:pic>
      <p:pic>
        <p:nvPicPr>
          <p:cNvPr id="23" name="Picture 22" descr="ConnectWithUs_YellowWhite.png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6150" y="4706430"/>
            <a:ext cx="4029456" cy="219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10450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7_Multi Content_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 noChangeAspect="1"/>
          </p:cNvSpPr>
          <p:nvPr>
            <p:ph type="title"/>
          </p:nvPr>
        </p:nvSpPr>
        <p:spPr>
          <a:xfrm>
            <a:off x="401934" y="209138"/>
            <a:ext cx="4138243" cy="1153367"/>
          </a:xfrm>
        </p:spPr>
        <p:txBody>
          <a:bodyPr>
            <a:normAutofit/>
          </a:bodyPr>
          <a:lstStyle>
            <a:lvl1pPr algn="l">
              <a:defRPr sz="3800" baseline="0">
                <a:solidFill>
                  <a:schemeClr val="accent2"/>
                </a:solidFill>
                <a:latin typeface="Franklin Gothic Book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7"/>
          </p:nvPr>
        </p:nvSpPr>
        <p:spPr>
          <a:xfrm>
            <a:off x="4699840" y="209138"/>
            <a:ext cx="3993662" cy="4198316"/>
          </a:xfrm>
        </p:spPr>
        <p:txBody>
          <a:bodyPr>
            <a:normAutofit/>
          </a:bodyPr>
          <a:lstStyle>
            <a:lvl1pPr>
              <a:defRPr sz="2400">
                <a:latin typeface="Franklin Gothic Book" panose="020B0503020102020204" pitchFamily="34" charset="0"/>
              </a:defRPr>
            </a:lvl1pPr>
            <a:lvl2pPr marL="742932" indent="-285744">
              <a:buFont typeface="Courier New" panose="02070309020205020404" pitchFamily="49" charset="0"/>
              <a:buChar char="o"/>
              <a:defRPr sz="2000"/>
            </a:lvl2pPr>
            <a:lvl3pPr marL="1143000" indent="-228600">
              <a:buFont typeface="Arial" panose="020B0604020202020204" pitchFamily="34" charset="0"/>
              <a:buChar char="•"/>
              <a:defRPr sz="1800"/>
            </a:lvl3pPr>
            <a:lvl4pPr marL="1600200" indent="-228600">
              <a:buFont typeface="Courier New" panose="02070309020205020404" pitchFamily="49" charset="0"/>
              <a:buChar char="o"/>
              <a:defRPr sz="1600"/>
            </a:lvl4pPr>
            <a:lvl5pPr marL="2057400" indent="-228600">
              <a:buFont typeface="Arial" panose="020B0604020202020204" pitchFamily="34" charset="0"/>
              <a:buChar char="•"/>
              <a:defRPr sz="14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3" name="Picture 12" descr="ThinShearedLines_BlueRedYellow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401934" y="1362501"/>
            <a:ext cx="4138244" cy="83484"/>
          </a:xfrm>
          <a:prstGeom prst="rect">
            <a:avLst/>
          </a:prstGeom>
        </p:spPr>
      </p:pic>
      <p:sp>
        <p:nvSpPr>
          <p:cNvPr id="14" name="Content Placeholder 3"/>
          <p:cNvSpPr>
            <a:spLocks noGrp="1"/>
          </p:cNvSpPr>
          <p:nvPr>
            <p:ph sz="quarter" idx="18"/>
          </p:nvPr>
        </p:nvSpPr>
        <p:spPr>
          <a:xfrm>
            <a:off x="401934" y="1666708"/>
            <a:ext cx="4138243" cy="2740746"/>
          </a:xfrm>
        </p:spPr>
        <p:txBody>
          <a:bodyPr>
            <a:normAutofit/>
          </a:bodyPr>
          <a:lstStyle>
            <a:lvl1pPr>
              <a:defRPr sz="2400">
                <a:latin typeface="Franklin Gothic Book" panose="020B0503020102020204" pitchFamily="34" charset="0"/>
              </a:defRPr>
            </a:lvl1pPr>
            <a:lvl2pPr marL="742932" indent="-285744">
              <a:buFont typeface="Courier New" panose="02070309020205020404" pitchFamily="49" charset="0"/>
              <a:buChar char="o"/>
              <a:defRPr sz="2000"/>
            </a:lvl2pPr>
            <a:lvl3pPr marL="1143000" indent="-228600">
              <a:buFont typeface="Arial" panose="020B0604020202020204" pitchFamily="34" charset="0"/>
              <a:buChar char="•"/>
              <a:defRPr sz="1800"/>
            </a:lvl3pPr>
            <a:lvl4pPr marL="1600200" indent="-228600">
              <a:buFont typeface="Courier New" panose="02070309020205020404" pitchFamily="49" charset="0"/>
              <a:buChar char="o"/>
              <a:defRPr sz="1600"/>
            </a:lvl4pPr>
            <a:lvl5pPr marL="2057400" indent="-228600">
              <a:buFont typeface="Arial" panose="020B0604020202020204" pitchFamily="34" charset="0"/>
              <a:buChar char="•"/>
              <a:defRPr sz="14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Rectangle 8"/>
          <p:cNvSpPr/>
          <p:nvPr userDrawn="1"/>
        </p:nvSpPr>
        <p:spPr>
          <a:xfrm>
            <a:off x="0" y="4477672"/>
            <a:ext cx="9144000" cy="665828"/>
          </a:xfrm>
          <a:prstGeom prst="rect">
            <a:avLst/>
          </a:prstGeom>
          <a:solidFill>
            <a:srgbClr val="002D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 descr="DenverLogo_4C_Rev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850" y="4591050"/>
            <a:ext cx="1270000" cy="424106"/>
          </a:xfrm>
          <a:prstGeom prst="rect">
            <a:avLst/>
          </a:prstGeom>
        </p:spPr>
      </p:pic>
      <p:pic>
        <p:nvPicPr>
          <p:cNvPr id="16" name="Picture 15" descr="ConnectWithUs_YellowWhite.png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6150" y="4706430"/>
            <a:ext cx="4029456" cy="219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15977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8_Three Boxed Content_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-1" y="0"/>
            <a:ext cx="9144000" cy="1602031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45931" y="311144"/>
            <a:ext cx="7252137" cy="967979"/>
          </a:xfrm>
        </p:spPr>
        <p:txBody>
          <a:bodyPr>
            <a:normAutofit/>
          </a:bodyPr>
          <a:lstStyle>
            <a:lvl1pPr algn="ctr">
              <a:defRPr sz="3800" baseline="0">
                <a:solidFill>
                  <a:schemeClr val="bg1"/>
                </a:solidFill>
                <a:latin typeface="Franklin Gothic Book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18" name="Picture 17" descr="ThinShearedLines_BlueRedYellow.png"/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5932" y="1292616"/>
            <a:ext cx="7252137" cy="85507"/>
          </a:xfrm>
          <a:prstGeom prst="rect">
            <a:avLst/>
          </a:prstGeom>
        </p:spPr>
      </p:pic>
      <p:sp>
        <p:nvSpPr>
          <p:cNvPr id="19" name="Text Placeholder 23"/>
          <p:cNvSpPr>
            <a:spLocks noGrp="1" noChangeAspect="1"/>
          </p:cNvSpPr>
          <p:nvPr>
            <p:ph type="body" sz="quarter" idx="13"/>
            <p:custDataLst>
              <p:tags r:id="rId1"/>
            </p:custDataLst>
          </p:nvPr>
        </p:nvSpPr>
        <p:spPr>
          <a:xfrm>
            <a:off x="124157" y="2290138"/>
            <a:ext cx="2743200" cy="2114948"/>
          </a:xfrm>
        </p:spPr>
        <p:txBody>
          <a:bodyPr>
            <a:normAutofit/>
          </a:bodyPr>
          <a:lstStyle>
            <a:lvl1pPr>
              <a:defRPr sz="2000">
                <a:latin typeface="Franklin Gothic Book" panose="020B0503020102020204" pitchFamily="34" charset="0"/>
              </a:defRPr>
            </a:lvl1pPr>
            <a:lvl2pPr marL="742932" indent="-285744">
              <a:buFont typeface="Courier New" panose="02070309020205020404" pitchFamily="49" charset="0"/>
              <a:buChar char="o"/>
              <a:defRPr sz="1800">
                <a:latin typeface="Franklin Gothic Book" panose="020B0503020102020204" pitchFamily="34" charset="0"/>
              </a:defRPr>
            </a:lvl2pPr>
            <a:lvl3pPr marL="1200121" indent="-285744">
              <a:buFont typeface="Courier New" panose="02070309020205020404" pitchFamily="49" charset="0"/>
              <a:buChar char="o"/>
              <a:defRPr sz="1600">
                <a:latin typeface="Franklin Gothic Book" panose="020B0503020102020204" pitchFamily="34" charset="0"/>
              </a:defRPr>
            </a:lvl3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0" name="Text Placeholder 23"/>
          <p:cNvSpPr>
            <a:spLocks noGrp="1" noChangeAspect="1"/>
          </p:cNvSpPr>
          <p:nvPr>
            <p:ph type="body" sz="quarter" idx="14"/>
            <p:custDataLst>
              <p:tags r:id="rId2"/>
            </p:custDataLst>
          </p:nvPr>
        </p:nvSpPr>
        <p:spPr>
          <a:xfrm>
            <a:off x="3224541" y="2290138"/>
            <a:ext cx="2743200" cy="2114948"/>
          </a:xfrm>
        </p:spPr>
        <p:txBody>
          <a:bodyPr>
            <a:normAutofit/>
          </a:bodyPr>
          <a:lstStyle>
            <a:lvl1pPr>
              <a:defRPr sz="2000">
                <a:latin typeface="Franklin Gothic Book" panose="020B0503020102020204" pitchFamily="34" charset="0"/>
              </a:defRPr>
            </a:lvl1pPr>
            <a:lvl2pPr marL="742932" indent="-285744">
              <a:buFont typeface="Courier New" panose="02070309020205020404" pitchFamily="49" charset="0"/>
              <a:buChar char="o"/>
              <a:defRPr sz="1800">
                <a:latin typeface="Franklin Gothic Book" panose="020B0503020102020204" pitchFamily="34" charset="0"/>
              </a:defRPr>
            </a:lvl2pPr>
            <a:lvl3pPr marL="1200121" indent="-285744">
              <a:buFont typeface="Courier New" panose="02070309020205020404" pitchFamily="49" charset="0"/>
              <a:buChar char="o"/>
              <a:defRPr sz="1600">
                <a:latin typeface="Franklin Gothic Book" panose="020B0503020102020204" pitchFamily="34" charset="0"/>
              </a:defRPr>
            </a:lvl3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1" name="Text Placeholder 23"/>
          <p:cNvSpPr>
            <a:spLocks noGrp="1" noChangeAspect="1"/>
          </p:cNvSpPr>
          <p:nvPr>
            <p:ph type="body" sz="quarter" idx="16"/>
            <p:custDataLst>
              <p:tags r:id="rId3"/>
            </p:custDataLst>
          </p:nvPr>
        </p:nvSpPr>
        <p:spPr>
          <a:xfrm>
            <a:off x="6288854" y="2290138"/>
            <a:ext cx="2743200" cy="2114948"/>
          </a:xfrm>
        </p:spPr>
        <p:txBody>
          <a:bodyPr>
            <a:normAutofit/>
          </a:bodyPr>
          <a:lstStyle>
            <a:lvl1pPr>
              <a:defRPr sz="2000">
                <a:latin typeface="Franklin Gothic Book" panose="020B0503020102020204" pitchFamily="34" charset="0"/>
              </a:defRPr>
            </a:lvl1pPr>
            <a:lvl2pPr marL="742932" indent="-285744">
              <a:buFont typeface="Courier New" panose="02070309020205020404" pitchFamily="49" charset="0"/>
              <a:buChar char="o"/>
              <a:defRPr sz="1800">
                <a:latin typeface="Franklin Gothic Book" panose="020B0503020102020204" pitchFamily="34" charset="0"/>
              </a:defRPr>
            </a:lvl2pPr>
            <a:lvl3pPr marL="1142971" indent="-228594">
              <a:buFont typeface="Courier New" panose="02070309020205020404" pitchFamily="49" charset="0"/>
              <a:buChar char="o"/>
              <a:defRPr sz="1600">
                <a:latin typeface="Franklin Gothic Book" panose="020B0503020102020204" pitchFamily="34" charset="0"/>
              </a:defRPr>
            </a:lvl3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2" name="Text Placeholder 9"/>
          <p:cNvSpPr>
            <a:spLocks noGrp="1" noChangeAspect="1"/>
          </p:cNvSpPr>
          <p:nvPr>
            <p:ph type="body" sz="quarter" idx="17"/>
          </p:nvPr>
        </p:nvSpPr>
        <p:spPr>
          <a:xfrm>
            <a:off x="347995" y="1722608"/>
            <a:ext cx="2295525" cy="504825"/>
          </a:xfrm>
          <a:solidFill>
            <a:schemeClr val="accent1"/>
          </a:solidFill>
        </p:spPr>
        <p:txBody>
          <a:bodyPr>
            <a:noAutofit/>
          </a:bodyPr>
          <a:lstStyle>
            <a:lvl1pPr marL="0" indent="0" algn="ctr">
              <a:buNone/>
              <a:defRPr sz="2000" b="1">
                <a:solidFill>
                  <a:schemeClr val="bg1"/>
                </a:solidFill>
                <a:latin typeface="Franklin Gothic Book" panose="020B0503020102020204" pitchFamily="34" charset="0"/>
              </a:defRPr>
            </a:lvl1pPr>
            <a:lvl5pPr marL="1828754" indent="0">
              <a:buNone/>
              <a:defRPr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23" name="Text Placeholder 9"/>
          <p:cNvSpPr>
            <a:spLocks noGrp="1" noChangeAspect="1"/>
          </p:cNvSpPr>
          <p:nvPr>
            <p:ph type="body" sz="quarter" idx="18"/>
          </p:nvPr>
        </p:nvSpPr>
        <p:spPr>
          <a:xfrm>
            <a:off x="3448379" y="1722278"/>
            <a:ext cx="2295525" cy="504825"/>
          </a:xfrm>
          <a:solidFill>
            <a:schemeClr val="accent2"/>
          </a:solidFill>
        </p:spPr>
        <p:txBody>
          <a:bodyPr>
            <a:noAutofit/>
          </a:bodyPr>
          <a:lstStyle>
            <a:lvl1pPr marL="0" indent="0" algn="ctr">
              <a:buNone/>
              <a:defRPr sz="2000" b="1">
                <a:solidFill>
                  <a:schemeClr val="bg1"/>
                </a:solidFill>
                <a:latin typeface="Franklin Gothic Book" panose="020B0503020102020204" pitchFamily="34" charset="0"/>
              </a:defRPr>
            </a:lvl1pPr>
            <a:lvl5pPr marL="1828754" indent="0">
              <a:buNone/>
              <a:defRPr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24" name="Text Placeholder 9"/>
          <p:cNvSpPr>
            <a:spLocks noGrp="1" noChangeAspect="1"/>
          </p:cNvSpPr>
          <p:nvPr>
            <p:ph type="body" sz="quarter" idx="19"/>
          </p:nvPr>
        </p:nvSpPr>
        <p:spPr>
          <a:xfrm>
            <a:off x="6512693" y="1722277"/>
            <a:ext cx="2295525" cy="504825"/>
          </a:xfrm>
          <a:solidFill>
            <a:schemeClr val="accent4"/>
          </a:solidFill>
        </p:spPr>
        <p:txBody>
          <a:bodyPr>
            <a:noAutofit/>
          </a:bodyPr>
          <a:lstStyle>
            <a:lvl1pPr marL="0" indent="0" algn="ctr">
              <a:buNone/>
              <a:defRPr sz="2000" b="1">
                <a:solidFill>
                  <a:schemeClr val="bg1"/>
                </a:solidFill>
                <a:latin typeface="Franklin Gothic Book" panose="020B0503020102020204" pitchFamily="34" charset="0"/>
              </a:defRPr>
            </a:lvl1pPr>
            <a:lvl5pPr marL="1828754" indent="0">
              <a:buNone/>
              <a:defRPr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6" name="Rectangle 15"/>
          <p:cNvSpPr/>
          <p:nvPr userDrawn="1"/>
        </p:nvSpPr>
        <p:spPr>
          <a:xfrm>
            <a:off x="0" y="4477672"/>
            <a:ext cx="9144000" cy="665828"/>
          </a:xfrm>
          <a:prstGeom prst="rect">
            <a:avLst/>
          </a:prstGeom>
          <a:solidFill>
            <a:srgbClr val="002D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 descr="DenverLogo_4C_Rev.png"/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850" y="4591050"/>
            <a:ext cx="1270000" cy="424106"/>
          </a:xfrm>
          <a:prstGeom prst="rect">
            <a:avLst/>
          </a:prstGeom>
        </p:spPr>
      </p:pic>
      <p:pic>
        <p:nvPicPr>
          <p:cNvPr id="25" name="Picture 24" descr="ConnectWithUs_YellowWhite.png"/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6150" y="4706430"/>
            <a:ext cx="4029456" cy="219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96499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9_Transition Slide and Content_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3"/>
          <p:cNvSpPr>
            <a:spLocks noGrp="1"/>
          </p:cNvSpPr>
          <p:nvPr>
            <p:ph sz="quarter" idx="17"/>
          </p:nvPr>
        </p:nvSpPr>
        <p:spPr>
          <a:xfrm>
            <a:off x="5359781" y="209138"/>
            <a:ext cx="3425825" cy="3835050"/>
          </a:xfrm>
        </p:spPr>
        <p:txBody>
          <a:bodyPr>
            <a:normAutofit/>
          </a:bodyPr>
          <a:lstStyle>
            <a:lvl1pPr>
              <a:defRPr sz="2400">
                <a:latin typeface="Franklin Gothic Book" panose="020B0503020102020204" pitchFamily="34" charset="0"/>
              </a:defRPr>
            </a:lvl1pPr>
            <a:lvl2pPr marL="742932" indent="-285744">
              <a:buFont typeface="Arial" panose="020B0604020202020204" pitchFamily="34" charset="0"/>
              <a:buChar char="•"/>
              <a:defRPr sz="1800"/>
            </a:lvl2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pic>
        <p:nvPicPr>
          <p:cNvPr id="13" name="Picture 12" descr="ThinShearedLines_BlueRedYellow.png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612775" y="2869858"/>
            <a:ext cx="4572000" cy="79483"/>
          </a:xfrm>
          <a:prstGeom prst="rect">
            <a:avLst/>
          </a:prstGeom>
        </p:spPr>
      </p:pic>
      <p:sp>
        <p:nvSpPr>
          <p:cNvPr id="19" name="Title 1"/>
          <p:cNvSpPr>
            <a:spLocks noGrp="1" noChangeAspect="1"/>
          </p:cNvSpPr>
          <p:nvPr>
            <p:ph type="title"/>
          </p:nvPr>
        </p:nvSpPr>
        <p:spPr>
          <a:xfrm>
            <a:off x="612775" y="1661160"/>
            <a:ext cx="4572000" cy="1153367"/>
          </a:xfrm>
        </p:spPr>
        <p:txBody>
          <a:bodyPr>
            <a:normAutofit/>
          </a:bodyPr>
          <a:lstStyle>
            <a:lvl1pPr algn="l">
              <a:defRPr sz="3800" baseline="0">
                <a:solidFill>
                  <a:schemeClr val="accent2"/>
                </a:solidFill>
                <a:latin typeface="Franklin Gothic Book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0" name="Text Placeholder 1"/>
          <p:cNvSpPr>
            <a:spLocks noGrp="1" noChangeAspect="1"/>
          </p:cNvSpPr>
          <p:nvPr>
            <p:ph type="body" sz="quarter" idx="14"/>
            <p:custDataLst>
              <p:tags r:id="rId1"/>
            </p:custDataLst>
          </p:nvPr>
        </p:nvSpPr>
        <p:spPr>
          <a:xfrm>
            <a:off x="612775" y="3487960"/>
            <a:ext cx="4572000" cy="556228"/>
          </a:xfrm>
        </p:spPr>
        <p:txBody>
          <a:bodyPr>
            <a:normAutofit/>
          </a:bodyPr>
          <a:lstStyle>
            <a:lvl1pPr marL="0" indent="0">
              <a:buNone/>
              <a:defRPr sz="2200">
                <a:latin typeface="Franklin Gothic Book" panose="020B05030201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21" name="Text Placeholder 2"/>
          <p:cNvSpPr>
            <a:spLocks noGrp="1" noChangeAspect="1"/>
          </p:cNvSpPr>
          <p:nvPr>
            <p:ph type="body" sz="quarter" idx="16"/>
            <p:custDataLst>
              <p:tags r:id="rId2"/>
            </p:custDataLst>
          </p:nvPr>
        </p:nvSpPr>
        <p:spPr>
          <a:xfrm>
            <a:off x="612775" y="3008491"/>
            <a:ext cx="4572000" cy="424138"/>
          </a:xfrm>
        </p:spPr>
        <p:txBody>
          <a:bodyPr>
            <a:noAutofit/>
          </a:bodyPr>
          <a:lstStyle>
            <a:lvl1pPr marL="0" indent="0">
              <a:buNone/>
              <a:defRPr sz="2200">
                <a:latin typeface="Franklin Gothic Book" panose="020B05030201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0" name="Rectangle 9"/>
          <p:cNvSpPr/>
          <p:nvPr userDrawn="1"/>
        </p:nvSpPr>
        <p:spPr>
          <a:xfrm>
            <a:off x="0" y="4477672"/>
            <a:ext cx="9144000" cy="665828"/>
          </a:xfrm>
          <a:prstGeom prst="rect">
            <a:avLst/>
          </a:prstGeom>
          <a:solidFill>
            <a:srgbClr val="002D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 descr="DenverLogo_4C_Rev.png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850" y="4591050"/>
            <a:ext cx="1270000" cy="424106"/>
          </a:xfrm>
          <a:prstGeom prst="rect">
            <a:avLst/>
          </a:prstGeom>
        </p:spPr>
      </p:pic>
      <p:pic>
        <p:nvPicPr>
          <p:cNvPr id="16" name="Picture 15" descr="ConnectWithUs_YellowWhite.png"/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6150" y="4706430"/>
            <a:ext cx="4029456" cy="219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23977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Single Content Banner_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HeaderBar_BlueRedYellow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118136"/>
            <a:ext cx="9144000" cy="438912"/>
          </a:xfrm>
          <a:prstGeom prst="rect">
            <a:avLst/>
          </a:prstGeom>
        </p:spPr>
      </p:pic>
      <p:sp>
        <p:nvSpPr>
          <p:cNvPr id="8" name="Rectangle 7"/>
          <p:cNvSpPr/>
          <p:nvPr userDrawn="1"/>
        </p:nvSpPr>
        <p:spPr>
          <a:xfrm>
            <a:off x="0" y="4477672"/>
            <a:ext cx="9144000" cy="665828"/>
          </a:xfrm>
          <a:prstGeom prst="rect">
            <a:avLst/>
          </a:prstGeom>
          <a:solidFill>
            <a:srgbClr val="002D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 descr="DenverLogo_4C_Rev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850" y="4591050"/>
            <a:ext cx="1270000" cy="424106"/>
          </a:xfrm>
          <a:prstGeom prst="rect">
            <a:avLst/>
          </a:prstGeom>
        </p:spPr>
      </p:pic>
      <p:pic>
        <p:nvPicPr>
          <p:cNvPr id="10" name="Picture 9" descr="ConnectWithUs_YellowWhite.png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6150" y="4706430"/>
            <a:ext cx="4029456" cy="219456"/>
          </a:xfrm>
          <a:prstGeom prst="rect">
            <a:avLst/>
          </a:prstGeom>
        </p:spPr>
      </p:pic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1238250" y="798512"/>
            <a:ext cx="6858000" cy="967979"/>
          </a:xfrm>
        </p:spPr>
        <p:txBody>
          <a:bodyPr>
            <a:normAutofit/>
          </a:bodyPr>
          <a:lstStyle>
            <a:lvl1pPr algn="l">
              <a:defRPr sz="3800" baseline="0">
                <a:solidFill>
                  <a:schemeClr val="accent2"/>
                </a:solidFill>
                <a:latin typeface="Franklin Gothic Book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Content Placeholder 2"/>
          <p:cNvSpPr>
            <a:spLocks noGrp="1"/>
          </p:cNvSpPr>
          <p:nvPr>
            <p:ph idx="1"/>
          </p:nvPr>
        </p:nvSpPr>
        <p:spPr>
          <a:xfrm>
            <a:off x="1238250" y="1960469"/>
            <a:ext cx="6858000" cy="1681163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2200" baseline="0">
                <a:solidFill>
                  <a:schemeClr val="tx1"/>
                </a:solidFill>
                <a:latin typeface="Franklin Gothic Book"/>
              </a:defRPr>
            </a:lvl1pPr>
            <a:lvl2pPr marL="0" indent="0">
              <a:spcBef>
                <a:spcPts val="0"/>
              </a:spcBef>
              <a:buFontTx/>
              <a:buNone/>
              <a:defRPr sz="2200" baseline="0">
                <a:solidFill>
                  <a:schemeClr val="tx1"/>
                </a:solidFill>
                <a:latin typeface="Franklin Gothic Book"/>
              </a:defRPr>
            </a:lvl2pPr>
            <a:lvl3pPr marL="0" indent="0">
              <a:spcBef>
                <a:spcPts val="0"/>
              </a:spcBef>
              <a:buFontTx/>
              <a:buNone/>
              <a:defRPr sz="2200" baseline="0">
                <a:solidFill>
                  <a:schemeClr val="tx1"/>
                </a:solidFill>
                <a:latin typeface="Franklin Gothic Book"/>
              </a:defRPr>
            </a:lvl3pPr>
            <a:lvl4pPr marL="0" indent="0">
              <a:spcBef>
                <a:spcPts val="0"/>
              </a:spcBef>
              <a:buFontTx/>
              <a:buNone/>
              <a:defRPr sz="2200" baseline="0">
                <a:solidFill>
                  <a:schemeClr val="tx1"/>
                </a:solidFill>
                <a:latin typeface="Franklin Gothic Book"/>
              </a:defRPr>
            </a:lvl4pPr>
            <a:lvl5pPr marL="0" indent="0">
              <a:spcBef>
                <a:spcPts val="0"/>
              </a:spcBef>
              <a:buFontTx/>
              <a:buNone/>
              <a:defRPr sz="2200" baseline="0">
                <a:solidFill>
                  <a:schemeClr val="tx1"/>
                </a:solidFill>
                <a:latin typeface="Franklin Gothic Book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 </a:t>
            </a:r>
          </a:p>
        </p:txBody>
      </p:sp>
    </p:spTree>
    <p:extLst>
      <p:ext uri="{BB962C8B-B14F-4D97-AF65-F5344CB8AC3E}">
        <p14:creationId xmlns:p14="http://schemas.microsoft.com/office/powerpoint/2010/main" val="40590801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1_Single Content_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8250" y="798512"/>
            <a:ext cx="6858000" cy="967979"/>
          </a:xfrm>
        </p:spPr>
        <p:txBody>
          <a:bodyPr>
            <a:normAutofit/>
          </a:bodyPr>
          <a:lstStyle>
            <a:lvl1pPr algn="l">
              <a:defRPr sz="3800" baseline="0">
                <a:solidFill>
                  <a:schemeClr val="accent2"/>
                </a:solidFill>
                <a:latin typeface="Franklin Gothic Book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38250" y="1960469"/>
            <a:ext cx="6858000" cy="1681163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2200" baseline="0">
                <a:solidFill>
                  <a:schemeClr val="tx1"/>
                </a:solidFill>
                <a:latin typeface="Franklin Gothic Book"/>
              </a:defRPr>
            </a:lvl1pPr>
            <a:lvl2pPr marL="0" indent="0">
              <a:spcBef>
                <a:spcPts val="0"/>
              </a:spcBef>
              <a:buFontTx/>
              <a:buNone/>
              <a:defRPr sz="2200" baseline="0">
                <a:solidFill>
                  <a:schemeClr val="tx1"/>
                </a:solidFill>
                <a:latin typeface="Franklin Gothic Book"/>
              </a:defRPr>
            </a:lvl2pPr>
            <a:lvl3pPr marL="0" indent="0">
              <a:spcBef>
                <a:spcPts val="0"/>
              </a:spcBef>
              <a:buFontTx/>
              <a:buNone/>
              <a:defRPr sz="2200" baseline="0">
                <a:solidFill>
                  <a:schemeClr val="tx1"/>
                </a:solidFill>
                <a:latin typeface="Franklin Gothic Book"/>
              </a:defRPr>
            </a:lvl3pPr>
            <a:lvl4pPr marL="0" indent="0">
              <a:spcBef>
                <a:spcPts val="0"/>
              </a:spcBef>
              <a:buFontTx/>
              <a:buNone/>
              <a:defRPr sz="2200" baseline="0">
                <a:solidFill>
                  <a:schemeClr val="tx1"/>
                </a:solidFill>
                <a:latin typeface="Franklin Gothic Book"/>
              </a:defRPr>
            </a:lvl4pPr>
            <a:lvl5pPr marL="0" indent="0">
              <a:spcBef>
                <a:spcPts val="0"/>
              </a:spcBef>
              <a:buFontTx/>
              <a:buNone/>
              <a:defRPr sz="2200" baseline="0">
                <a:solidFill>
                  <a:schemeClr val="tx1"/>
                </a:solidFill>
                <a:latin typeface="Franklin Gothic Book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 </a:t>
            </a:r>
          </a:p>
        </p:txBody>
      </p:sp>
      <p:sp>
        <p:nvSpPr>
          <p:cNvPr id="7" name="Rectangle 6"/>
          <p:cNvSpPr/>
          <p:nvPr userDrawn="1"/>
        </p:nvSpPr>
        <p:spPr>
          <a:xfrm>
            <a:off x="0" y="4477672"/>
            <a:ext cx="9144000" cy="665828"/>
          </a:xfrm>
          <a:prstGeom prst="rect">
            <a:avLst/>
          </a:prstGeom>
          <a:solidFill>
            <a:srgbClr val="002D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DenverLogo_4C_Rev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850" y="4591050"/>
            <a:ext cx="1270000" cy="424106"/>
          </a:xfrm>
          <a:prstGeom prst="rect">
            <a:avLst/>
          </a:prstGeom>
        </p:spPr>
      </p:pic>
      <p:pic>
        <p:nvPicPr>
          <p:cNvPr id="9" name="Picture 8" descr="ConnectWithUs_YellowWhite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6150" y="4706430"/>
            <a:ext cx="4029456" cy="219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54299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Double Content_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1143000" y="343807"/>
            <a:ext cx="6858000" cy="814433"/>
          </a:xfrm>
        </p:spPr>
        <p:txBody>
          <a:bodyPr>
            <a:normAutofit/>
          </a:bodyPr>
          <a:lstStyle>
            <a:lvl1pPr algn="ctr">
              <a:defRPr sz="3800" baseline="0">
                <a:solidFill>
                  <a:srgbClr val="D9531E"/>
                </a:solidFill>
                <a:latin typeface="Franklin Gothic Book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8" name="Content Placeholder 2"/>
          <p:cNvSpPr>
            <a:spLocks noGrp="1"/>
          </p:cNvSpPr>
          <p:nvPr>
            <p:ph idx="10"/>
          </p:nvPr>
        </p:nvSpPr>
        <p:spPr>
          <a:xfrm>
            <a:off x="1143000" y="1247933"/>
            <a:ext cx="3340100" cy="2935448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2200" baseline="0">
                <a:solidFill>
                  <a:schemeClr val="tx1"/>
                </a:solidFill>
                <a:latin typeface="Franklin Gothic Book"/>
              </a:defRPr>
            </a:lvl1pPr>
            <a:lvl2pPr marL="0" indent="0">
              <a:spcBef>
                <a:spcPts val="0"/>
              </a:spcBef>
              <a:buFontTx/>
              <a:buNone/>
              <a:defRPr sz="2200" baseline="0">
                <a:solidFill>
                  <a:schemeClr val="tx1"/>
                </a:solidFill>
                <a:latin typeface="Franklin Gothic Book"/>
              </a:defRPr>
            </a:lvl2pPr>
            <a:lvl3pPr marL="0" indent="0">
              <a:spcBef>
                <a:spcPts val="0"/>
              </a:spcBef>
              <a:buFontTx/>
              <a:buNone/>
              <a:defRPr sz="2200" baseline="0">
                <a:solidFill>
                  <a:schemeClr val="tx1"/>
                </a:solidFill>
                <a:latin typeface="Franklin Gothic Book"/>
              </a:defRPr>
            </a:lvl3pPr>
            <a:lvl4pPr marL="0" indent="0">
              <a:spcBef>
                <a:spcPts val="0"/>
              </a:spcBef>
              <a:buFontTx/>
              <a:buNone/>
              <a:defRPr sz="2200" baseline="0">
                <a:solidFill>
                  <a:schemeClr val="tx1"/>
                </a:solidFill>
                <a:latin typeface="Franklin Gothic Book"/>
              </a:defRPr>
            </a:lvl4pPr>
            <a:lvl5pPr marL="0" indent="0">
              <a:spcBef>
                <a:spcPts val="0"/>
              </a:spcBef>
              <a:buFontTx/>
              <a:buNone/>
              <a:defRPr sz="2200" baseline="0">
                <a:solidFill>
                  <a:schemeClr val="tx1"/>
                </a:solidFill>
                <a:latin typeface="Franklin Gothic Book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 </a:t>
            </a:r>
          </a:p>
        </p:txBody>
      </p:sp>
      <p:sp>
        <p:nvSpPr>
          <p:cNvPr id="19" name="Content Placeholder 2"/>
          <p:cNvSpPr>
            <a:spLocks noGrp="1"/>
          </p:cNvSpPr>
          <p:nvPr>
            <p:ph idx="11"/>
          </p:nvPr>
        </p:nvSpPr>
        <p:spPr>
          <a:xfrm>
            <a:off x="4660900" y="1247933"/>
            <a:ext cx="3340100" cy="2935448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2200" baseline="0">
                <a:solidFill>
                  <a:schemeClr val="tx1"/>
                </a:solidFill>
                <a:latin typeface="Franklin Gothic Book"/>
              </a:defRPr>
            </a:lvl1pPr>
            <a:lvl2pPr marL="0" indent="0">
              <a:spcBef>
                <a:spcPts val="0"/>
              </a:spcBef>
              <a:buFontTx/>
              <a:buNone/>
              <a:defRPr sz="2200" baseline="0">
                <a:solidFill>
                  <a:schemeClr val="tx1"/>
                </a:solidFill>
                <a:latin typeface="Franklin Gothic Book"/>
              </a:defRPr>
            </a:lvl2pPr>
            <a:lvl3pPr marL="0" indent="0">
              <a:spcBef>
                <a:spcPts val="0"/>
              </a:spcBef>
              <a:buFontTx/>
              <a:buNone/>
              <a:defRPr sz="2200" baseline="0">
                <a:solidFill>
                  <a:schemeClr val="tx1"/>
                </a:solidFill>
                <a:latin typeface="Franklin Gothic Book"/>
              </a:defRPr>
            </a:lvl3pPr>
            <a:lvl4pPr marL="0" indent="0">
              <a:spcBef>
                <a:spcPts val="0"/>
              </a:spcBef>
              <a:buFontTx/>
              <a:buNone/>
              <a:defRPr sz="2200" baseline="0">
                <a:solidFill>
                  <a:schemeClr val="tx1"/>
                </a:solidFill>
                <a:latin typeface="Franklin Gothic Book"/>
              </a:defRPr>
            </a:lvl4pPr>
            <a:lvl5pPr marL="0" indent="0">
              <a:spcBef>
                <a:spcPts val="0"/>
              </a:spcBef>
              <a:buFontTx/>
              <a:buNone/>
              <a:defRPr sz="2200" baseline="0">
                <a:solidFill>
                  <a:schemeClr val="tx1"/>
                </a:solidFill>
                <a:latin typeface="Franklin Gothic Book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 </a:t>
            </a:r>
          </a:p>
        </p:txBody>
      </p:sp>
      <p:pic>
        <p:nvPicPr>
          <p:cNvPr id="20" name="Picture 19" descr="ThinShearedLines_BlueRedYellow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03200"/>
            <a:ext cx="9144000" cy="79248"/>
          </a:xfrm>
          <a:prstGeom prst="rect">
            <a:avLst/>
          </a:prstGeom>
        </p:spPr>
      </p:pic>
      <p:sp>
        <p:nvSpPr>
          <p:cNvPr id="9" name="Rectangle 8"/>
          <p:cNvSpPr/>
          <p:nvPr userDrawn="1"/>
        </p:nvSpPr>
        <p:spPr>
          <a:xfrm>
            <a:off x="0" y="4477672"/>
            <a:ext cx="9144000" cy="665828"/>
          </a:xfrm>
          <a:prstGeom prst="rect">
            <a:avLst/>
          </a:prstGeom>
          <a:solidFill>
            <a:srgbClr val="002D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 descr="DenverLogo_4C_Rev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850" y="4591050"/>
            <a:ext cx="1270000" cy="424106"/>
          </a:xfrm>
          <a:prstGeom prst="rect">
            <a:avLst/>
          </a:prstGeom>
        </p:spPr>
      </p:pic>
      <p:pic>
        <p:nvPicPr>
          <p:cNvPr id="12" name="Picture 11" descr="ConnectWithUs_YellowWhite.png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6150" y="4706430"/>
            <a:ext cx="4029456" cy="219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56000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01_Title Slide_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0" y="0"/>
            <a:ext cx="9144000" cy="447767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8046" y="1460502"/>
            <a:ext cx="7144255" cy="1162049"/>
          </a:xfrm>
        </p:spPr>
        <p:txBody>
          <a:bodyPr>
            <a:noAutofit/>
          </a:bodyPr>
          <a:lstStyle>
            <a:lvl1pPr algn="l">
              <a:defRPr sz="4400">
                <a:solidFill>
                  <a:srgbClr val="002D56"/>
                </a:solidFill>
                <a:latin typeface="Franklin Gothic Book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98046" y="2622551"/>
            <a:ext cx="6458456" cy="64293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>
                    <a:lumMod val="65000"/>
                    <a:lumOff val="35000"/>
                  </a:schemeClr>
                </a:solidFill>
                <a:latin typeface="Franklin Gothic Book"/>
                <a:cs typeface="Franklin Gothic Book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9" name="Parallelogram 8"/>
          <p:cNvSpPr/>
          <p:nvPr userDrawn="1"/>
        </p:nvSpPr>
        <p:spPr>
          <a:xfrm flipH="1">
            <a:off x="1098046" y="1236371"/>
            <a:ext cx="743454" cy="45719"/>
          </a:xfrm>
          <a:prstGeom prst="parallelogram">
            <a:avLst/>
          </a:prstGeom>
          <a:solidFill>
            <a:srgbClr val="9FA6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ThinShearedLines_BlueYellowRed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80989"/>
            <a:ext cx="9144000" cy="691896"/>
          </a:xfrm>
          <a:prstGeom prst="rect">
            <a:avLst/>
          </a:prstGeom>
        </p:spPr>
      </p:pic>
      <p:sp>
        <p:nvSpPr>
          <p:cNvPr id="11" name="Rectangle 10"/>
          <p:cNvSpPr/>
          <p:nvPr userDrawn="1"/>
        </p:nvSpPr>
        <p:spPr>
          <a:xfrm>
            <a:off x="0" y="4484023"/>
            <a:ext cx="9144000" cy="665828"/>
          </a:xfrm>
          <a:prstGeom prst="rect">
            <a:avLst/>
          </a:prstGeom>
          <a:solidFill>
            <a:srgbClr val="009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 descr="ConnectWithUs_NavyWhite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6150" y="4712781"/>
            <a:ext cx="4029456" cy="219456"/>
          </a:xfrm>
          <a:prstGeom prst="rect">
            <a:avLst/>
          </a:prstGeom>
        </p:spPr>
      </p:pic>
      <p:pic>
        <p:nvPicPr>
          <p:cNvPr id="13" name="Picture 12" descr="DenverLogo_4C_Rev.png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850" y="4597401"/>
            <a:ext cx="1270000" cy="424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1958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02_Title Slide_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0" y="261938"/>
            <a:ext cx="9144000" cy="4215735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/>
          <p:cNvSpPr/>
          <p:nvPr userDrawn="1"/>
        </p:nvSpPr>
        <p:spPr>
          <a:xfrm>
            <a:off x="0" y="4477672"/>
            <a:ext cx="9144000" cy="665828"/>
          </a:xfrm>
          <a:prstGeom prst="rect">
            <a:avLst/>
          </a:prstGeom>
          <a:solidFill>
            <a:srgbClr val="009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8046" y="1460502"/>
            <a:ext cx="7144255" cy="1162049"/>
          </a:xfrm>
        </p:spPr>
        <p:txBody>
          <a:bodyPr>
            <a:noAutofit/>
          </a:bodyPr>
          <a:lstStyle>
            <a:lvl1pPr algn="l">
              <a:defRPr sz="4400">
                <a:solidFill>
                  <a:srgbClr val="002D56"/>
                </a:solidFill>
                <a:latin typeface="Franklin Gothic Book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98046" y="2622551"/>
            <a:ext cx="6458456" cy="64293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>
                    <a:lumMod val="65000"/>
                    <a:lumOff val="35000"/>
                  </a:schemeClr>
                </a:solidFill>
                <a:latin typeface="Franklin Gothic Book"/>
                <a:cs typeface="Franklin Gothic Book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9" name="Parallelogram 8"/>
          <p:cNvSpPr/>
          <p:nvPr userDrawn="1"/>
        </p:nvSpPr>
        <p:spPr>
          <a:xfrm flipH="1">
            <a:off x="1098046" y="1236371"/>
            <a:ext cx="743454" cy="45719"/>
          </a:xfrm>
          <a:prstGeom prst="parallelogram">
            <a:avLst/>
          </a:prstGeom>
          <a:solidFill>
            <a:srgbClr val="9FA6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17" descr="HeaderBar_BlueRedYellow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438912"/>
          </a:xfrm>
          <a:prstGeom prst="rect">
            <a:avLst/>
          </a:prstGeom>
        </p:spPr>
      </p:pic>
      <p:pic>
        <p:nvPicPr>
          <p:cNvPr id="4" name="Picture 3" descr="ConnectWithUs_NavyWhite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6150" y="4706430"/>
            <a:ext cx="4029456" cy="219456"/>
          </a:xfrm>
          <a:prstGeom prst="rect">
            <a:avLst/>
          </a:prstGeom>
        </p:spPr>
      </p:pic>
      <p:pic>
        <p:nvPicPr>
          <p:cNvPr id="5" name="Picture 4" descr="DenverLogo_4C_Rev.png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850" y="4591050"/>
            <a:ext cx="1270000" cy="424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393871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03_Title and Content_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8250" y="1033462"/>
            <a:ext cx="6858000" cy="967979"/>
          </a:xfrm>
        </p:spPr>
        <p:txBody>
          <a:bodyPr>
            <a:normAutofit/>
          </a:bodyPr>
          <a:lstStyle>
            <a:lvl1pPr algn="l">
              <a:defRPr sz="3800" baseline="0">
                <a:solidFill>
                  <a:srgbClr val="D9531E"/>
                </a:solidFill>
                <a:latin typeface="Franklin Gothic Book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38250" y="2185987"/>
            <a:ext cx="6858000" cy="1681163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2200" baseline="0">
                <a:solidFill>
                  <a:schemeClr val="tx1"/>
                </a:solidFill>
                <a:latin typeface="Franklin Gothic Book"/>
              </a:defRPr>
            </a:lvl1pPr>
            <a:lvl2pPr marL="0" indent="0">
              <a:spcBef>
                <a:spcPts val="0"/>
              </a:spcBef>
              <a:buFontTx/>
              <a:buNone/>
              <a:defRPr sz="2200" baseline="0">
                <a:solidFill>
                  <a:schemeClr val="tx1"/>
                </a:solidFill>
                <a:latin typeface="Franklin Gothic Book"/>
              </a:defRPr>
            </a:lvl2pPr>
            <a:lvl3pPr marL="0" indent="0">
              <a:spcBef>
                <a:spcPts val="0"/>
              </a:spcBef>
              <a:buFontTx/>
              <a:buNone/>
              <a:defRPr sz="2200" baseline="0">
                <a:solidFill>
                  <a:schemeClr val="tx1"/>
                </a:solidFill>
                <a:latin typeface="Franklin Gothic Book"/>
              </a:defRPr>
            </a:lvl3pPr>
            <a:lvl4pPr marL="0" indent="0">
              <a:spcBef>
                <a:spcPts val="0"/>
              </a:spcBef>
              <a:buFontTx/>
              <a:buNone/>
              <a:defRPr sz="2200" baseline="0">
                <a:solidFill>
                  <a:schemeClr val="tx1"/>
                </a:solidFill>
                <a:latin typeface="Franklin Gothic Book"/>
              </a:defRPr>
            </a:lvl4pPr>
            <a:lvl5pPr marL="0" indent="0">
              <a:spcBef>
                <a:spcPts val="0"/>
              </a:spcBef>
              <a:buFontTx/>
              <a:buNone/>
              <a:defRPr sz="2200" baseline="0">
                <a:solidFill>
                  <a:schemeClr val="tx1"/>
                </a:solidFill>
                <a:latin typeface="Franklin Gothic Book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 </a:t>
            </a:r>
          </a:p>
        </p:txBody>
      </p:sp>
      <p:pic>
        <p:nvPicPr>
          <p:cNvPr id="15" name="Picture 14" descr="ThinShearedLines_BlueRedYellow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2400"/>
            <a:ext cx="9144000" cy="79248"/>
          </a:xfrm>
          <a:prstGeom prst="rect">
            <a:avLst/>
          </a:prstGeom>
        </p:spPr>
      </p:pic>
      <p:sp>
        <p:nvSpPr>
          <p:cNvPr id="11" name="Rectangle 10"/>
          <p:cNvSpPr/>
          <p:nvPr userDrawn="1"/>
        </p:nvSpPr>
        <p:spPr>
          <a:xfrm>
            <a:off x="0" y="4477672"/>
            <a:ext cx="9144000" cy="665828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 descr="DenverLogo_4C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850" y="4591050"/>
            <a:ext cx="1270000" cy="424106"/>
          </a:xfrm>
          <a:prstGeom prst="rect">
            <a:avLst/>
          </a:prstGeom>
        </p:spPr>
      </p:pic>
      <p:pic>
        <p:nvPicPr>
          <p:cNvPr id="13" name="Picture 12" descr="ConnectWithUs_GreyBlue.png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6150" y="4744900"/>
            <a:ext cx="4029456" cy="219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483359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4_Title and Content_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233764" y="1344846"/>
            <a:ext cx="1606557" cy="1031868"/>
          </a:xfrm>
        </p:spPr>
        <p:txBody>
          <a:bodyPr>
            <a:normAutofit/>
          </a:bodyPr>
          <a:lstStyle>
            <a:lvl1pPr algn="ctr">
              <a:defRPr sz="2200" baseline="0">
                <a:solidFill>
                  <a:schemeClr val="accent2"/>
                </a:solidFill>
                <a:latin typeface="Franklin Gothic Book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Rectangle 9"/>
          <p:cNvSpPr/>
          <p:nvPr userDrawn="1"/>
        </p:nvSpPr>
        <p:spPr>
          <a:xfrm>
            <a:off x="829890" y="467911"/>
            <a:ext cx="2414306" cy="2785738"/>
          </a:xfrm>
          <a:prstGeom prst="rect">
            <a:avLst/>
          </a:prstGeom>
          <a:noFill/>
          <a:ln w="762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2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172004" y="3470820"/>
            <a:ext cx="3730078" cy="832978"/>
          </a:xfrm>
        </p:spPr>
        <p:txBody>
          <a:bodyPr>
            <a:normAutofit/>
          </a:bodyPr>
          <a:lstStyle>
            <a:lvl1pPr marL="0" indent="0" algn="ctr">
              <a:buNone/>
              <a:defRPr sz="1800" baseline="0">
                <a:latin typeface="Franklin Gothic Book" panose="020B0503020102020204" pitchFamily="34" charset="0"/>
              </a:defRPr>
            </a:lvl1pPr>
          </a:lstStyle>
          <a:p>
            <a:pPr lvl="0"/>
            <a:r>
              <a:rPr lang="en-US" dirty="0"/>
              <a:t>Click to edit sub master text styles</a:t>
            </a:r>
          </a:p>
        </p:txBody>
      </p:sp>
      <p:pic>
        <p:nvPicPr>
          <p:cNvPr id="13" name="Picture 12" descr="ThinShearedLines_BlueRedYellow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004" y="3342476"/>
            <a:ext cx="3730078" cy="85047"/>
          </a:xfrm>
          <a:prstGeom prst="rect">
            <a:avLst/>
          </a:prstGeom>
        </p:spPr>
      </p:pic>
      <p:sp>
        <p:nvSpPr>
          <p:cNvPr id="14" name="Content Placeholder 2"/>
          <p:cNvSpPr>
            <a:spLocks noGrp="1" noChangeAspect="1"/>
          </p:cNvSpPr>
          <p:nvPr>
            <p:ph idx="1"/>
          </p:nvPr>
        </p:nvSpPr>
        <p:spPr>
          <a:xfrm>
            <a:off x="4586514" y="467911"/>
            <a:ext cx="4325257" cy="3835887"/>
          </a:xfrm>
        </p:spPr>
        <p:txBody>
          <a:bodyPr>
            <a:normAutofit/>
          </a:bodyPr>
          <a:lstStyle>
            <a:lvl1pPr marL="342891" indent="-342891">
              <a:spcBef>
                <a:spcPts val="0"/>
              </a:spcBef>
              <a:buFont typeface="Arial" panose="020B0604020202020204" pitchFamily="34" charset="0"/>
              <a:buChar char="•"/>
              <a:defRPr sz="2200" baseline="0">
                <a:solidFill>
                  <a:schemeClr val="tx1"/>
                </a:solidFill>
                <a:latin typeface="Franklin Gothic Book"/>
              </a:defRPr>
            </a:lvl1pPr>
            <a:lvl2pPr marL="342891" indent="-342891">
              <a:spcBef>
                <a:spcPts val="0"/>
              </a:spcBef>
              <a:buFont typeface="Arial" panose="020B0604020202020204" pitchFamily="34" charset="0"/>
              <a:buChar char="•"/>
              <a:defRPr sz="2200" baseline="0">
                <a:solidFill>
                  <a:schemeClr val="tx1"/>
                </a:solidFill>
                <a:latin typeface="Franklin Gothic Book"/>
              </a:defRPr>
            </a:lvl2pPr>
            <a:lvl3pPr marL="0" indent="0">
              <a:spcBef>
                <a:spcPts val="0"/>
              </a:spcBef>
              <a:buFontTx/>
              <a:buNone/>
              <a:defRPr sz="2200" baseline="0">
                <a:solidFill>
                  <a:schemeClr val="tx1"/>
                </a:solidFill>
                <a:latin typeface="Franklin Gothic Book"/>
              </a:defRPr>
            </a:lvl3pPr>
            <a:lvl4pPr marL="682608" indent="-342891">
              <a:spcBef>
                <a:spcPts val="0"/>
              </a:spcBef>
              <a:buFont typeface="Arial" panose="020B0604020202020204" pitchFamily="34" charset="0"/>
              <a:buChar char="•"/>
              <a:defRPr sz="2000" baseline="0">
                <a:solidFill>
                  <a:schemeClr val="tx1"/>
                </a:solidFill>
                <a:latin typeface="Franklin Gothic Book"/>
              </a:defRPr>
            </a:lvl4pPr>
            <a:lvl5pPr marL="0" indent="0">
              <a:spcBef>
                <a:spcPts val="0"/>
              </a:spcBef>
              <a:buFontTx/>
              <a:buNone/>
              <a:defRPr sz="2200" baseline="0">
                <a:solidFill>
                  <a:schemeClr val="tx1"/>
                </a:solidFill>
                <a:latin typeface="Franklin Gothic Book"/>
              </a:defRPr>
            </a:lvl5pPr>
            <a:lvl6pPr marL="914377" indent="-228594">
              <a:defRPr sz="1800">
                <a:latin typeface="Franklin Gothic Book" panose="020B0503020102020204" pitchFamily="34" charset="0"/>
              </a:defRPr>
            </a:lvl6pPr>
          </a:lstStyle>
          <a:p>
            <a:pPr lvl="0"/>
            <a:r>
              <a:rPr lang="en-US" dirty="0"/>
              <a:t>Edit Master text styles</a:t>
            </a:r>
          </a:p>
          <a:p>
            <a:pPr lvl="3"/>
            <a:r>
              <a:rPr lang="en-US" dirty="0"/>
              <a:t>Second level</a:t>
            </a:r>
          </a:p>
          <a:p>
            <a:pPr lvl="5"/>
            <a:r>
              <a:rPr lang="en-US" dirty="0"/>
              <a:t>Third level</a:t>
            </a:r>
          </a:p>
        </p:txBody>
      </p:sp>
      <p:sp>
        <p:nvSpPr>
          <p:cNvPr id="16" name="Rectangle 15"/>
          <p:cNvSpPr/>
          <p:nvPr userDrawn="1"/>
        </p:nvSpPr>
        <p:spPr>
          <a:xfrm>
            <a:off x="0" y="4477672"/>
            <a:ext cx="9144000" cy="665828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 descr="DenverLogo_4C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850" y="4591050"/>
            <a:ext cx="1270000" cy="424106"/>
          </a:xfrm>
          <a:prstGeom prst="rect">
            <a:avLst/>
          </a:prstGeom>
        </p:spPr>
      </p:pic>
      <p:pic>
        <p:nvPicPr>
          <p:cNvPr id="18" name="Picture 17" descr="ConnectWithUs_GreyBlue.png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6150" y="4744900"/>
            <a:ext cx="4029456" cy="219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542741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5_Three Content Category_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 noChangeAspect="1"/>
          </p:cNvSpPr>
          <p:nvPr>
            <p:ph type="title"/>
          </p:nvPr>
        </p:nvSpPr>
        <p:spPr>
          <a:xfrm>
            <a:off x="134166" y="307910"/>
            <a:ext cx="4448344" cy="1290638"/>
          </a:xfrm>
          <a:noFill/>
        </p:spPr>
        <p:txBody>
          <a:bodyPr>
            <a:normAutofit/>
          </a:bodyPr>
          <a:lstStyle>
            <a:lvl1pPr algn="l">
              <a:defRPr sz="3800" baseline="0">
                <a:solidFill>
                  <a:schemeClr val="accent2"/>
                </a:solidFill>
                <a:latin typeface="Franklin Gothic Book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Content Placeholder 2"/>
          <p:cNvSpPr>
            <a:spLocks noGrp="1" noChangeAspect="1"/>
          </p:cNvSpPr>
          <p:nvPr>
            <p:ph idx="1"/>
          </p:nvPr>
        </p:nvSpPr>
        <p:spPr>
          <a:xfrm>
            <a:off x="4756150" y="307911"/>
            <a:ext cx="4251216" cy="4087033"/>
          </a:xfrm>
        </p:spPr>
        <p:txBody>
          <a:bodyPr>
            <a:normAutofit/>
          </a:bodyPr>
          <a:lstStyle>
            <a:lvl1pPr marL="342891" indent="-342891">
              <a:spcBef>
                <a:spcPts val="0"/>
              </a:spcBef>
              <a:buFont typeface="Arial" panose="020B0604020202020204" pitchFamily="34" charset="0"/>
              <a:buChar char="•"/>
              <a:defRPr sz="2200" baseline="0">
                <a:solidFill>
                  <a:schemeClr val="tx1"/>
                </a:solidFill>
                <a:latin typeface="Franklin Gothic Book"/>
              </a:defRPr>
            </a:lvl1pPr>
            <a:lvl2pPr marL="342891" indent="-342891">
              <a:spcBef>
                <a:spcPts val="0"/>
              </a:spcBef>
              <a:buFont typeface="Arial" panose="020B0604020202020204" pitchFamily="34" charset="0"/>
              <a:buChar char="•"/>
              <a:defRPr sz="2200" baseline="0">
                <a:solidFill>
                  <a:schemeClr val="tx1"/>
                </a:solidFill>
                <a:latin typeface="Franklin Gothic Book"/>
              </a:defRPr>
            </a:lvl2pPr>
            <a:lvl3pPr marL="0" indent="0">
              <a:spcBef>
                <a:spcPts val="0"/>
              </a:spcBef>
              <a:buFontTx/>
              <a:buNone/>
              <a:defRPr sz="2200" baseline="0">
                <a:solidFill>
                  <a:schemeClr val="tx1"/>
                </a:solidFill>
                <a:latin typeface="Franklin Gothic Book"/>
              </a:defRPr>
            </a:lvl3pPr>
            <a:lvl4pPr marL="682608" indent="-342891">
              <a:spcBef>
                <a:spcPts val="0"/>
              </a:spcBef>
              <a:buFont typeface="Arial" panose="020B0604020202020204" pitchFamily="34" charset="0"/>
              <a:buChar char="•"/>
              <a:defRPr sz="2000" baseline="0">
                <a:solidFill>
                  <a:schemeClr val="tx1"/>
                </a:solidFill>
                <a:latin typeface="Franklin Gothic Book"/>
              </a:defRPr>
            </a:lvl4pPr>
            <a:lvl5pPr marL="0" indent="0">
              <a:spcBef>
                <a:spcPts val="0"/>
              </a:spcBef>
              <a:buFontTx/>
              <a:buNone/>
              <a:defRPr sz="2200" baseline="0">
                <a:solidFill>
                  <a:schemeClr val="tx1"/>
                </a:solidFill>
                <a:latin typeface="Franklin Gothic Book"/>
              </a:defRPr>
            </a:lvl5pPr>
            <a:lvl6pPr marL="914377" indent="-228594">
              <a:defRPr sz="1800">
                <a:latin typeface="Franklin Gothic Book" panose="020B0503020102020204" pitchFamily="34" charset="0"/>
              </a:defRPr>
            </a:lvl6pPr>
          </a:lstStyle>
          <a:p>
            <a:pPr lvl="0"/>
            <a:r>
              <a:rPr lang="en-US" dirty="0"/>
              <a:t>Edit Master text styles</a:t>
            </a:r>
          </a:p>
          <a:p>
            <a:pPr lvl="3"/>
            <a:r>
              <a:rPr lang="en-US" dirty="0"/>
              <a:t>Second level</a:t>
            </a:r>
          </a:p>
          <a:p>
            <a:pPr lvl="5"/>
            <a:r>
              <a:rPr lang="en-US" dirty="0"/>
              <a:t>Third level</a:t>
            </a:r>
          </a:p>
        </p:txBody>
      </p:sp>
      <p:sp>
        <p:nvSpPr>
          <p:cNvPr id="10" name="Text Placeholder 32"/>
          <p:cNvSpPr>
            <a:spLocks noGrp="1"/>
          </p:cNvSpPr>
          <p:nvPr>
            <p:ph type="body" sz="quarter" idx="26"/>
          </p:nvPr>
        </p:nvSpPr>
        <p:spPr>
          <a:xfrm>
            <a:off x="323850" y="1796467"/>
            <a:ext cx="4258660" cy="691805"/>
          </a:xfrm>
        </p:spPr>
        <p:txBody>
          <a:bodyPr/>
          <a:lstStyle>
            <a:lvl1pPr marL="0" indent="0">
              <a:buNone/>
              <a:defRPr sz="1800" b="0">
                <a:latin typeface="Franklin Gothic Book" panose="020B0503020102020204" pitchFamily="34" charset="0"/>
              </a:defRPr>
            </a:lvl1pPr>
            <a:lvl2pPr marL="285744" indent="-285744">
              <a:buFont typeface="Arial" panose="020B0604020202020204" pitchFamily="34" charset="0"/>
              <a:buChar char="•"/>
              <a:defRPr sz="1400">
                <a:latin typeface="Franklin Gothic Book" panose="020B0503020102020204" pitchFamily="34" charset="0"/>
              </a:defRPr>
            </a:lvl2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2" name="Rectangle 11"/>
          <p:cNvSpPr>
            <a:spLocks/>
          </p:cNvSpPr>
          <p:nvPr userDrawn="1"/>
        </p:nvSpPr>
        <p:spPr>
          <a:xfrm>
            <a:off x="139656" y="1802472"/>
            <a:ext cx="45719" cy="68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3" name="Text Placeholder 32"/>
          <p:cNvSpPr>
            <a:spLocks noGrp="1"/>
          </p:cNvSpPr>
          <p:nvPr>
            <p:ph type="body" sz="quarter" idx="27"/>
          </p:nvPr>
        </p:nvSpPr>
        <p:spPr>
          <a:xfrm>
            <a:off x="323850" y="2697766"/>
            <a:ext cx="4258660" cy="685056"/>
          </a:xfrm>
        </p:spPr>
        <p:txBody>
          <a:bodyPr/>
          <a:lstStyle>
            <a:lvl1pPr marL="0" indent="0">
              <a:buNone/>
              <a:defRPr sz="1800" b="0">
                <a:latin typeface="Franklin Gothic Book" panose="020B0503020102020204" pitchFamily="34" charset="0"/>
              </a:defRPr>
            </a:lvl1pPr>
            <a:lvl2pPr marL="285744" indent="-285744">
              <a:buFont typeface="Arial" panose="020B0604020202020204" pitchFamily="34" charset="0"/>
              <a:buChar char="•"/>
              <a:defRPr sz="1400">
                <a:latin typeface="Franklin Gothic Book" panose="020B0503020102020204" pitchFamily="34" charset="0"/>
              </a:defRPr>
            </a:lvl2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4" name="Rectangle 13"/>
          <p:cNvSpPr>
            <a:spLocks/>
          </p:cNvSpPr>
          <p:nvPr userDrawn="1"/>
        </p:nvSpPr>
        <p:spPr>
          <a:xfrm>
            <a:off x="139655" y="2697022"/>
            <a:ext cx="45719" cy="685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6" name="Text Placeholder 32"/>
          <p:cNvSpPr>
            <a:spLocks noGrp="1"/>
          </p:cNvSpPr>
          <p:nvPr>
            <p:ph type="body" sz="quarter" idx="28"/>
          </p:nvPr>
        </p:nvSpPr>
        <p:spPr>
          <a:xfrm>
            <a:off x="323850" y="3593088"/>
            <a:ext cx="4258660" cy="684284"/>
          </a:xfrm>
        </p:spPr>
        <p:txBody>
          <a:bodyPr/>
          <a:lstStyle>
            <a:lvl1pPr marL="0" indent="0">
              <a:buNone/>
              <a:defRPr sz="1800" b="0">
                <a:latin typeface="Franklin Gothic Book" panose="020B0503020102020204" pitchFamily="34" charset="0"/>
              </a:defRPr>
            </a:lvl1pPr>
            <a:lvl2pPr marL="342891" indent="-342891">
              <a:buFont typeface="Arial" panose="020B0604020202020204" pitchFamily="34" charset="0"/>
              <a:buChar char="•"/>
              <a:defRPr sz="1400">
                <a:latin typeface="Franklin Gothic Book" panose="020B0503020102020204" pitchFamily="34" charset="0"/>
              </a:defRPr>
            </a:lvl2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8" name="Rectangle 17"/>
          <p:cNvSpPr>
            <a:spLocks/>
          </p:cNvSpPr>
          <p:nvPr userDrawn="1"/>
        </p:nvSpPr>
        <p:spPr>
          <a:xfrm>
            <a:off x="139654" y="3591572"/>
            <a:ext cx="45719" cy="6858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21" name="Picture 20" descr="ThinShearedLines_BlueRedYellow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03200"/>
            <a:ext cx="9144000" cy="79248"/>
          </a:xfrm>
          <a:prstGeom prst="rect">
            <a:avLst/>
          </a:prstGeom>
        </p:spPr>
      </p:pic>
      <p:sp>
        <p:nvSpPr>
          <p:cNvPr id="17" name="Rectangle 16"/>
          <p:cNvSpPr/>
          <p:nvPr userDrawn="1"/>
        </p:nvSpPr>
        <p:spPr>
          <a:xfrm>
            <a:off x="0" y="4477672"/>
            <a:ext cx="9144000" cy="665828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Picture 18" descr="DenverLogo_4C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850" y="4591050"/>
            <a:ext cx="1270000" cy="424106"/>
          </a:xfrm>
          <a:prstGeom prst="rect">
            <a:avLst/>
          </a:prstGeom>
        </p:spPr>
      </p:pic>
      <p:pic>
        <p:nvPicPr>
          <p:cNvPr id="20" name="Picture 19" descr="ConnectWithUs_GreyBlue.png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6150" y="4744900"/>
            <a:ext cx="4029456" cy="219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858431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6_Five Content Category_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 noChangeAspect="1"/>
          </p:cNvSpPr>
          <p:nvPr>
            <p:ph type="title"/>
          </p:nvPr>
        </p:nvSpPr>
        <p:spPr>
          <a:xfrm>
            <a:off x="134166" y="307910"/>
            <a:ext cx="4448344" cy="1290638"/>
          </a:xfrm>
          <a:noFill/>
        </p:spPr>
        <p:txBody>
          <a:bodyPr>
            <a:normAutofit/>
          </a:bodyPr>
          <a:lstStyle>
            <a:lvl1pPr algn="l">
              <a:defRPr sz="3800" baseline="0">
                <a:solidFill>
                  <a:schemeClr val="accent2"/>
                </a:solidFill>
                <a:latin typeface="Franklin Gothic Book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Content Placeholder 2"/>
          <p:cNvSpPr>
            <a:spLocks noGrp="1" noChangeAspect="1"/>
          </p:cNvSpPr>
          <p:nvPr>
            <p:ph idx="1"/>
          </p:nvPr>
        </p:nvSpPr>
        <p:spPr>
          <a:xfrm>
            <a:off x="4756150" y="307911"/>
            <a:ext cx="4251216" cy="4087033"/>
          </a:xfrm>
        </p:spPr>
        <p:txBody>
          <a:bodyPr>
            <a:normAutofit/>
          </a:bodyPr>
          <a:lstStyle>
            <a:lvl1pPr marL="342891" indent="-342891">
              <a:spcBef>
                <a:spcPts val="0"/>
              </a:spcBef>
              <a:buFont typeface="Arial" panose="020B0604020202020204" pitchFamily="34" charset="0"/>
              <a:buChar char="•"/>
              <a:defRPr sz="2200" baseline="0">
                <a:solidFill>
                  <a:schemeClr val="tx1"/>
                </a:solidFill>
                <a:latin typeface="Franklin Gothic Book"/>
              </a:defRPr>
            </a:lvl1pPr>
            <a:lvl2pPr marL="342891" indent="-342891">
              <a:spcBef>
                <a:spcPts val="0"/>
              </a:spcBef>
              <a:buFont typeface="Arial" panose="020B0604020202020204" pitchFamily="34" charset="0"/>
              <a:buChar char="•"/>
              <a:defRPr sz="2200" baseline="0">
                <a:solidFill>
                  <a:schemeClr val="tx1"/>
                </a:solidFill>
                <a:latin typeface="Franklin Gothic Book"/>
              </a:defRPr>
            </a:lvl2pPr>
            <a:lvl3pPr marL="0" indent="0">
              <a:spcBef>
                <a:spcPts val="0"/>
              </a:spcBef>
              <a:buFontTx/>
              <a:buNone/>
              <a:defRPr sz="2200" baseline="0">
                <a:solidFill>
                  <a:schemeClr val="tx1"/>
                </a:solidFill>
                <a:latin typeface="Franklin Gothic Book"/>
              </a:defRPr>
            </a:lvl3pPr>
            <a:lvl4pPr marL="682608" indent="-342891">
              <a:spcBef>
                <a:spcPts val="0"/>
              </a:spcBef>
              <a:buFont typeface="Arial" panose="020B0604020202020204" pitchFamily="34" charset="0"/>
              <a:buChar char="•"/>
              <a:defRPr sz="2000" baseline="0">
                <a:solidFill>
                  <a:schemeClr val="tx1"/>
                </a:solidFill>
                <a:latin typeface="Franklin Gothic Book"/>
              </a:defRPr>
            </a:lvl4pPr>
            <a:lvl5pPr marL="0" indent="0">
              <a:spcBef>
                <a:spcPts val="0"/>
              </a:spcBef>
              <a:buFontTx/>
              <a:buNone/>
              <a:defRPr sz="2200" baseline="0">
                <a:solidFill>
                  <a:schemeClr val="tx1"/>
                </a:solidFill>
                <a:latin typeface="Franklin Gothic Book"/>
              </a:defRPr>
            </a:lvl5pPr>
            <a:lvl6pPr marL="914377" indent="-228594">
              <a:defRPr sz="1800">
                <a:latin typeface="Franklin Gothic Book" panose="020B0503020102020204" pitchFamily="34" charset="0"/>
              </a:defRPr>
            </a:lvl6pPr>
          </a:lstStyle>
          <a:p>
            <a:pPr lvl="0"/>
            <a:r>
              <a:rPr lang="en-US" dirty="0"/>
              <a:t>Edit Master text styles</a:t>
            </a:r>
          </a:p>
          <a:p>
            <a:pPr lvl="3"/>
            <a:r>
              <a:rPr lang="en-US" dirty="0"/>
              <a:t>Second level</a:t>
            </a:r>
          </a:p>
          <a:p>
            <a:pPr lvl="5"/>
            <a:r>
              <a:rPr lang="en-US" dirty="0"/>
              <a:t>Third level</a:t>
            </a:r>
          </a:p>
        </p:txBody>
      </p:sp>
      <p:sp>
        <p:nvSpPr>
          <p:cNvPr id="10" name="Text Placeholder 32"/>
          <p:cNvSpPr>
            <a:spLocks noGrp="1"/>
          </p:cNvSpPr>
          <p:nvPr>
            <p:ph type="body" sz="quarter" idx="26"/>
          </p:nvPr>
        </p:nvSpPr>
        <p:spPr>
          <a:xfrm>
            <a:off x="323850" y="1686360"/>
            <a:ext cx="4258660" cy="541299"/>
          </a:xfrm>
        </p:spPr>
        <p:txBody>
          <a:bodyPr/>
          <a:lstStyle>
            <a:lvl1pPr marL="0" indent="0">
              <a:buNone/>
              <a:defRPr sz="1800" b="0">
                <a:latin typeface="Franklin Gothic Book" panose="020B0503020102020204" pitchFamily="34" charset="0"/>
              </a:defRPr>
            </a:lvl1pPr>
            <a:lvl2pPr marL="285744" indent="-285744">
              <a:buFont typeface="Arial" panose="020B0604020202020204" pitchFamily="34" charset="0"/>
              <a:buChar char="•"/>
              <a:defRPr sz="1400">
                <a:latin typeface="Franklin Gothic Book" panose="020B0503020102020204" pitchFamily="34" charset="0"/>
              </a:defRPr>
            </a:lvl2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2" name="Rectangle 11"/>
          <p:cNvSpPr>
            <a:spLocks/>
          </p:cNvSpPr>
          <p:nvPr userDrawn="1"/>
        </p:nvSpPr>
        <p:spPr>
          <a:xfrm>
            <a:off x="139656" y="1686360"/>
            <a:ext cx="45719" cy="548640"/>
          </a:xfrm>
          <a:prstGeom prst="rect">
            <a:avLst/>
          </a:prstGeom>
          <a:solidFill>
            <a:schemeClr val="tx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3" name="Text Placeholder 32"/>
          <p:cNvSpPr>
            <a:spLocks noGrp="1"/>
          </p:cNvSpPr>
          <p:nvPr>
            <p:ph type="body" sz="quarter" idx="27"/>
          </p:nvPr>
        </p:nvSpPr>
        <p:spPr>
          <a:xfrm>
            <a:off x="323850" y="2402858"/>
            <a:ext cx="4258660" cy="551323"/>
          </a:xfrm>
        </p:spPr>
        <p:txBody>
          <a:bodyPr/>
          <a:lstStyle>
            <a:lvl1pPr marL="0" indent="0">
              <a:buNone/>
              <a:defRPr sz="1800" b="0">
                <a:latin typeface="Franklin Gothic Book" panose="020B0503020102020204" pitchFamily="34" charset="0"/>
              </a:defRPr>
            </a:lvl1pPr>
            <a:lvl2pPr marL="285744" indent="-285744">
              <a:buFont typeface="Arial" panose="020B0604020202020204" pitchFamily="34" charset="0"/>
              <a:buChar char="•"/>
              <a:defRPr sz="1400">
                <a:latin typeface="Franklin Gothic Book" panose="020B0503020102020204" pitchFamily="34" charset="0"/>
              </a:defRPr>
            </a:lvl2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4" name="Rectangle 13"/>
          <p:cNvSpPr>
            <a:spLocks/>
          </p:cNvSpPr>
          <p:nvPr userDrawn="1"/>
        </p:nvSpPr>
        <p:spPr>
          <a:xfrm>
            <a:off x="139655" y="2405541"/>
            <a:ext cx="45719" cy="548640"/>
          </a:xfrm>
          <a:prstGeom prst="rect">
            <a:avLst/>
          </a:prstGeom>
          <a:solidFill>
            <a:schemeClr val="tx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6" name="Text Placeholder 32"/>
          <p:cNvSpPr>
            <a:spLocks noGrp="1"/>
          </p:cNvSpPr>
          <p:nvPr>
            <p:ph type="body" sz="quarter" idx="28"/>
          </p:nvPr>
        </p:nvSpPr>
        <p:spPr>
          <a:xfrm>
            <a:off x="323850" y="3124722"/>
            <a:ext cx="4258660" cy="548640"/>
          </a:xfrm>
        </p:spPr>
        <p:txBody>
          <a:bodyPr/>
          <a:lstStyle>
            <a:lvl1pPr marL="0" indent="0">
              <a:buNone/>
              <a:defRPr sz="1800" b="0">
                <a:latin typeface="Franklin Gothic Book" panose="020B0503020102020204" pitchFamily="34" charset="0"/>
              </a:defRPr>
            </a:lvl1pPr>
            <a:lvl2pPr marL="342891" indent="-342891">
              <a:buFont typeface="Arial" panose="020B0604020202020204" pitchFamily="34" charset="0"/>
              <a:buChar char="•"/>
              <a:defRPr sz="1400">
                <a:latin typeface="Franklin Gothic Book" panose="020B0503020102020204" pitchFamily="34" charset="0"/>
              </a:defRPr>
            </a:lvl2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8" name="Rectangle 17"/>
          <p:cNvSpPr>
            <a:spLocks/>
          </p:cNvSpPr>
          <p:nvPr userDrawn="1"/>
        </p:nvSpPr>
        <p:spPr>
          <a:xfrm>
            <a:off x="139654" y="3124722"/>
            <a:ext cx="45719" cy="548640"/>
          </a:xfrm>
          <a:prstGeom prst="rect">
            <a:avLst/>
          </a:prstGeom>
          <a:solidFill>
            <a:schemeClr val="tx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9" name="Text Placeholder 32"/>
          <p:cNvSpPr>
            <a:spLocks noGrp="1"/>
          </p:cNvSpPr>
          <p:nvPr>
            <p:ph type="body" sz="quarter" idx="29"/>
          </p:nvPr>
        </p:nvSpPr>
        <p:spPr>
          <a:xfrm>
            <a:off x="323850" y="3848561"/>
            <a:ext cx="4258660" cy="546383"/>
          </a:xfrm>
        </p:spPr>
        <p:txBody>
          <a:bodyPr/>
          <a:lstStyle>
            <a:lvl1pPr marL="0" indent="0">
              <a:buNone/>
              <a:defRPr sz="1800" b="0">
                <a:latin typeface="Franklin Gothic Book" panose="020B0503020102020204" pitchFamily="34" charset="0"/>
              </a:defRPr>
            </a:lvl1pPr>
            <a:lvl2pPr marL="342891" indent="-342891">
              <a:buFont typeface="Arial" panose="020B0604020202020204" pitchFamily="34" charset="0"/>
              <a:buChar char="•"/>
              <a:defRPr sz="1400">
                <a:latin typeface="Franklin Gothic Book" panose="020B0503020102020204" pitchFamily="34" charset="0"/>
              </a:defRPr>
            </a:lvl2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20" name="Rectangle 19"/>
          <p:cNvSpPr>
            <a:spLocks/>
          </p:cNvSpPr>
          <p:nvPr userDrawn="1"/>
        </p:nvSpPr>
        <p:spPr>
          <a:xfrm>
            <a:off x="134166" y="3846304"/>
            <a:ext cx="45719" cy="548640"/>
          </a:xfrm>
          <a:prstGeom prst="rect">
            <a:avLst/>
          </a:prstGeom>
          <a:solidFill>
            <a:schemeClr val="tx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21" name="Picture 20" descr="ThinShearedLines_BlueRedYellow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03200"/>
            <a:ext cx="9144000" cy="79248"/>
          </a:xfrm>
          <a:prstGeom prst="rect">
            <a:avLst/>
          </a:prstGeom>
        </p:spPr>
      </p:pic>
      <p:sp>
        <p:nvSpPr>
          <p:cNvPr id="17" name="Rectangle 16"/>
          <p:cNvSpPr/>
          <p:nvPr userDrawn="1"/>
        </p:nvSpPr>
        <p:spPr>
          <a:xfrm>
            <a:off x="0" y="4477672"/>
            <a:ext cx="9144000" cy="665828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2" name="Picture 21" descr="DenverLogo_4C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850" y="4591050"/>
            <a:ext cx="1270000" cy="424106"/>
          </a:xfrm>
          <a:prstGeom prst="rect">
            <a:avLst/>
          </a:prstGeom>
        </p:spPr>
      </p:pic>
      <p:pic>
        <p:nvPicPr>
          <p:cNvPr id="23" name="Picture 22" descr="ConnectWithUs_GreyBlue.png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6150" y="4744900"/>
            <a:ext cx="4029456" cy="219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282617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7_Multi Content_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 noChangeAspect="1"/>
          </p:cNvSpPr>
          <p:nvPr>
            <p:ph type="title"/>
          </p:nvPr>
        </p:nvSpPr>
        <p:spPr>
          <a:xfrm>
            <a:off x="401934" y="209138"/>
            <a:ext cx="4138243" cy="1153367"/>
          </a:xfrm>
        </p:spPr>
        <p:txBody>
          <a:bodyPr>
            <a:normAutofit/>
          </a:bodyPr>
          <a:lstStyle>
            <a:lvl1pPr algn="l">
              <a:defRPr sz="3800" baseline="0">
                <a:solidFill>
                  <a:schemeClr val="accent2"/>
                </a:solidFill>
                <a:latin typeface="Franklin Gothic Book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7"/>
          </p:nvPr>
        </p:nvSpPr>
        <p:spPr>
          <a:xfrm>
            <a:off x="4699840" y="209138"/>
            <a:ext cx="3993662" cy="4198316"/>
          </a:xfrm>
        </p:spPr>
        <p:txBody>
          <a:bodyPr>
            <a:normAutofit/>
          </a:bodyPr>
          <a:lstStyle>
            <a:lvl1pPr>
              <a:defRPr sz="2400">
                <a:latin typeface="Franklin Gothic Book" panose="020B0503020102020204" pitchFamily="34" charset="0"/>
              </a:defRPr>
            </a:lvl1pPr>
            <a:lvl2pPr marL="742932" indent="-285744">
              <a:buFont typeface="Courier New" panose="02070309020205020404" pitchFamily="49" charset="0"/>
              <a:buChar char="o"/>
              <a:defRPr sz="2000"/>
            </a:lvl2pPr>
            <a:lvl3pPr marL="1143000" indent="-228600">
              <a:buFont typeface="Arial" panose="020B0604020202020204" pitchFamily="34" charset="0"/>
              <a:buChar char="•"/>
              <a:defRPr sz="1800"/>
            </a:lvl3pPr>
            <a:lvl4pPr marL="1600200" indent="-228600">
              <a:buFont typeface="Courier New" panose="02070309020205020404" pitchFamily="49" charset="0"/>
              <a:buChar char="o"/>
              <a:defRPr sz="1600"/>
            </a:lvl4pPr>
            <a:lvl5pPr marL="2057400" indent="-228600">
              <a:buFont typeface="Arial" panose="020B0604020202020204" pitchFamily="34" charset="0"/>
              <a:buChar char="•"/>
              <a:defRPr sz="14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3" name="Picture 12" descr="ThinShearedLines_BlueRedYellow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401934" y="1362501"/>
            <a:ext cx="4138244" cy="83484"/>
          </a:xfrm>
          <a:prstGeom prst="rect">
            <a:avLst/>
          </a:prstGeom>
        </p:spPr>
      </p:pic>
      <p:sp>
        <p:nvSpPr>
          <p:cNvPr id="14" name="Content Placeholder 3"/>
          <p:cNvSpPr>
            <a:spLocks noGrp="1"/>
          </p:cNvSpPr>
          <p:nvPr>
            <p:ph sz="quarter" idx="18"/>
          </p:nvPr>
        </p:nvSpPr>
        <p:spPr>
          <a:xfrm>
            <a:off x="401934" y="1666708"/>
            <a:ext cx="4138243" cy="2740746"/>
          </a:xfrm>
        </p:spPr>
        <p:txBody>
          <a:bodyPr>
            <a:normAutofit/>
          </a:bodyPr>
          <a:lstStyle>
            <a:lvl1pPr>
              <a:defRPr sz="2400">
                <a:latin typeface="Franklin Gothic Book" panose="020B0503020102020204" pitchFamily="34" charset="0"/>
              </a:defRPr>
            </a:lvl1pPr>
            <a:lvl2pPr marL="742932" indent="-285744">
              <a:buFont typeface="Courier New" panose="02070309020205020404" pitchFamily="49" charset="0"/>
              <a:buChar char="o"/>
              <a:defRPr sz="2000"/>
            </a:lvl2pPr>
            <a:lvl3pPr marL="1143000" indent="-228600">
              <a:buFont typeface="Arial" panose="020B0604020202020204" pitchFamily="34" charset="0"/>
              <a:buChar char="•"/>
              <a:defRPr sz="1800"/>
            </a:lvl3pPr>
            <a:lvl4pPr marL="1600200" indent="-228600">
              <a:buFont typeface="Courier New" panose="02070309020205020404" pitchFamily="49" charset="0"/>
              <a:buChar char="o"/>
              <a:defRPr sz="1600"/>
            </a:lvl4pPr>
            <a:lvl5pPr marL="2057400" indent="-228600">
              <a:buFont typeface="Arial" panose="020B0604020202020204" pitchFamily="34" charset="0"/>
              <a:buChar char="•"/>
              <a:defRPr sz="14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Rectangle 8"/>
          <p:cNvSpPr/>
          <p:nvPr userDrawn="1"/>
        </p:nvSpPr>
        <p:spPr>
          <a:xfrm>
            <a:off x="0" y="4477672"/>
            <a:ext cx="9144000" cy="665828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 descr="DenverLogo_4C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850" y="4591050"/>
            <a:ext cx="1270000" cy="424106"/>
          </a:xfrm>
          <a:prstGeom prst="rect">
            <a:avLst/>
          </a:prstGeom>
        </p:spPr>
      </p:pic>
      <p:pic>
        <p:nvPicPr>
          <p:cNvPr id="16" name="Picture 15" descr="ConnectWithUs_GreyBlue.png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6150" y="4744900"/>
            <a:ext cx="4029456" cy="219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260562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8_Three Boxed Content_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-1" y="0"/>
            <a:ext cx="9144000" cy="1602031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45931" y="311144"/>
            <a:ext cx="7252137" cy="967979"/>
          </a:xfrm>
        </p:spPr>
        <p:txBody>
          <a:bodyPr>
            <a:normAutofit/>
          </a:bodyPr>
          <a:lstStyle>
            <a:lvl1pPr algn="ctr">
              <a:defRPr sz="3800" baseline="0">
                <a:solidFill>
                  <a:schemeClr val="bg1"/>
                </a:solidFill>
                <a:latin typeface="Franklin Gothic Book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18" name="Picture 17" descr="ThinShearedLines_BlueRedYellow.png"/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5932" y="1292616"/>
            <a:ext cx="7252137" cy="85507"/>
          </a:xfrm>
          <a:prstGeom prst="rect">
            <a:avLst/>
          </a:prstGeom>
        </p:spPr>
      </p:pic>
      <p:sp>
        <p:nvSpPr>
          <p:cNvPr id="19" name="Text Placeholder 23"/>
          <p:cNvSpPr>
            <a:spLocks noGrp="1" noChangeAspect="1"/>
          </p:cNvSpPr>
          <p:nvPr>
            <p:ph type="body" sz="quarter" idx="13"/>
            <p:custDataLst>
              <p:tags r:id="rId1"/>
            </p:custDataLst>
          </p:nvPr>
        </p:nvSpPr>
        <p:spPr>
          <a:xfrm>
            <a:off x="124157" y="2290138"/>
            <a:ext cx="2743200" cy="2114948"/>
          </a:xfrm>
        </p:spPr>
        <p:txBody>
          <a:bodyPr>
            <a:normAutofit/>
          </a:bodyPr>
          <a:lstStyle>
            <a:lvl1pPr>
              <a:defRPr sz="2000">
                <a:latin typeface="Franklin Gothic Book" panose="020B0503020102020204" pitchFamily="34" charset="0"/>
              </a:defRPr>
            </a:lvl1pPr>
            <a:lvl2pPr marL="742932" indent="-285744">
              <a:buFont typeface="Courier New" panose="02070309020205020404" pitchFamily="49" charset="0"/>
              <a:buChar char="o"/>
              <a:defRPr sz="1800">
                <a:latin typeface="Franklin Gothic Book" panose="020B0503020102020204" pitchFamily="34" charset="0"/>
              </a:defRPr>
            </a:lvl2pPr>
            <a:lvl3pPr marL="1200121" indent="-285744">
              <a:buFont typeface="Courier New" panose="02070309020205020404" pitchFamily="49" charset="0"/>
              <a:buChar char="o"/>
              <a:defRPr sz="1600">
                <a:latin typeface="Franklin Gothic Book" panose="020B0503020102020204" pitchFamily="34" charset="0"/>
              </a:defRPr>
            </a:lvl3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0" name="Text Placeholder 23"/>
          <p:cNvSpPr>
            <a:spLocks noGrp="1" noChangeAspect="1"/>
          </p:cNvSpPr>
          <p:nvPr>
            <p:ph type="body" sz="quarter" idx="14"/>
            <p:custDataLst>
              <p:tags r:id="rId2"/>
            </p:custDataLst>
          </p:nvPr>
        </p:nvSpPr>
        <p:spPr>
          <a:xfrm>
            <a:off x="3224541" y="2290138"/>
            <a:ext cx="2743200" cy="2114948"/>
          </a:xfrm>
        </p:spPr>
        <p:txBody>
          <a:bodyPr>
            <a:normAutofit/>
          </a:bodyPr>
          <a:lstStyle>
            <a:lvl1pPr>
              <a:defRPr sz="2000">
                <a:latin typeface="Franklin Gothic Book" panose="020B0503020102020204" pitchFamily="34" charset="0"/>
              </a:defRPr>
            </a:lvl1pPr>
            <a:lvl2pPr marL="742932" indent="-285744">
              <a:buFont typeface="Courier New" panose="02070309020205020404" pitchFamily="49" charset="0"/>
              <a:buChar char="o"/>
              <a:defRPr sz="1800">
                <a:latin typeface="Franklin Gothic Book" panose="020B0503020102020204" pitchFamily="34" charset="0"/>
              </a:defRPr>
            </a:lvl2pPr>
            <a:lvl3pPr marL="1200121" indent="-285744">
              <a:buFont typeface="Courier New" panose="02070309020205020404" pitchFamily="49" charset="0"/>
              <a:buChar char="o"/>
              <a:defRPr sz="1600">
                <a:latin typeface="Franklin Gothic Book" panose="020B0503020102020204" pitchFamily="34" charset="0"/>
              </a:defRPr>
            </a:lvl3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1" name="Text Placeholder 23"/>
          <p:cNvSpPr>
            <a:spLocks noGrp="1" noChangeAspect="1"/>
          </p:cNvSpPr>
          <p:nvPr>
            <p:ph type="body" sz="quarter" idx="16"/>
            <p:custDataLst>
              <p:tags r:id="rId3"/>
            </p:custDataLst>
          </p:nvPr>
        </p:nvSpPr>
        <p:spPr>
          <a:xfrm>
            <a:off x="6288854" y="2290138"/>
            <a:ext cx="2743200" cy="2114948"/>
          </a:xfrm>
        </p:spPr>
        <p:txBody>
          <a:bodyPr>
            <a:normAutofit/>
          </a:bodyPr>
          <a:lstStyle>
            <a:lvl1pPr>
              <a:defRPr sz="2000">
                <a:latin typeface="Franklin Gothic Book" panose="020B0503020102020204" pitchFamily="34" charset="0"/>
              </a:defRPr>
            </a:lvl1pPr>
            <a:lvl2pPr marL="742932" indent="-285744">
              <a:buFont typeface="Courier New" panose="02070309020205020404" pitchFamily="49" charset="0"/>
              <a:buChar char="o"/>
              <a:defRPr sz="1800">
                <a:latin typeface="Franklin Gothic Book" panose="020B0503020102020204" pitchFamily="34" charset="0"/>
              </a:defRPr>
            </a:lvl2pPr>
            <a:lvl3pPr marL="1142971" indent="-228594">
              <a:buFont typeface="Courier New" panose="02070309020205020404" pitchFamily="49" charset="0"/>
              <a:buChar char="o"/>
              <a:defRPr sz="1600">
                <a:latin typeface="Franklin Gothic Book" panose="020B0503020102020204" pitchFamily="34" charset="0"/>
              </a:defRPr>
            </a:lvl3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2" name="Text Placeholder 9"/>
          <p:cNvSpPr>
            <a:spLocks noGrp="1" noChangeAspect="1"/>
          </p:cNvSpPr>
          <p:nvPr>
            <p:ph type="body" sz="quarter" idx="17"/>
          </p:nvPr>
        </p:nvSpPr>
        <p:spPr>
          <a:xfrm>
            <a:off x="347995" y="1722608"/>
            <a:ext cx="2295525" cy="504825"/>
          </a:xfrm>
          <a:solidFill>
            <a:schemeClr val="accent1"/>
          </a:solidFill>
        </p:spPr>
        <p:txBody>
          <a:bodyPr>
            <a:noAutofit/>
          </a:bodyPr>
          <a:lstStyle>
            <a:lvl1pPr marL="0" indent="0" algn="ctr">
              <a:buNone/>
              <a:defRPr sz="2000" b="1">
                <a:solidFill>
                  <a:schemeClr val="bg1"/>
                </a:solidFill>
                <a:latin typeface="Franklin Gothic Book" panose="020B0503020102020204" pitchFamily="34" charset="0"/>
              </a:defRPr>
            </a:lvl1pPr>
            <a:lvl5pPr marL="1828754" indent="0">
              <a:buNone/>
              <a:defRPr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23" name="Text Placeholder 9"/>
          <p:cNvSpPr>
            <a:spLocks noGrp="1" noChangeAspect="1"/>
          </p:cNvSpPr>
          <p:nvPr>
            <p:ph type="body" sz="quarter" idx="18"/>
          </p:nvPr>
        </p:nvSpPr>
        <p:spPr>
          <a:xfrm>
            <a:off x="3448379" y="1722278"/>
            <a:ext cx="2295525" cy="504825"/>
          </a:xfrm>
          <a:solidFill>
            <a:schemeClr val="accent2"/>
          </a:solidFill>
        </p:spPr>
        <p:txBody>
          <a:bodyPr>
            <a:noAutofit/>
          </a:bodyPr>
          <a:lstStyle>
            <a:lvl1pPr marL="0" indent="0" algn="ctr">
              <a:buNone/>
              <a:defRPr sz="2000" b="1">
                <a:solidFill>
                  <a:schemeClr val="bg1"/>
                </a:solidFill>
                <a:latin typeface="Franklin Gothic Book" panose="020B0503020102020204" pitchFamily="34" charset="0"/>
              </a:defRPr>
            </a:lvl1pPr>
            <a:lvl5pPr marL="1828754" indent="0">
              <a:buNone/>
              <a:defRPr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24" name="Text Placeholder 9"/>
          <p:cNvSpPr>
            <a:spLocks noGrp="1" noChangeAspect="1"/>
          </p:cNvSpPr>
          <p:nvPr>
            <p:ph type="body" sz="quarter" idx="19"/>
          </p:nvPr>
        </p:nvSpPr>
        <p:spPr>
          <a:xfrm>
            <a:off x="6512693" y="1722277"/>
            <a:ext cx="2295525" cy="504825"/>
          </a:xfrm>
          <a:solidFill>
            <a:schemeClr val="accent4"/>
          </a:solidFill>
        </p:spPr>
        <p:txBody>
          <a:bodyPr>
            <a:noAutofit/>
          </a:bodyPr>
          <a:lstStyle>
            <a:lvl1pPr marL="0" indent="0" algn="ctr">
              <a:buNone/>
              <a:defRPr sz="2000" b="1">
                <a:solidFill>
                  <a:schemeClr val="bg1"/>
                </a:solidFill>
                <a:latin typeface="Franklin Gothic Book" panose="020B0503020102020204" pitchFamily="34" charset="0"/>
              </a:defRPr>
            </a:lvl1pPr>
            <a:lvl5pPr marL="1828754" indent="0">
              <a:buNone/>
              <a:defRPr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6" name="Rectangle 15"/>
          <p:cNvSpPr/>
          <p:nvPr userDrawn="1"/>
        </p:nvSpPr>
        <p:spPr>
          <a:xfrm>
            <a:off x="0" y="4477672"/>
            <a:ext cx="9144000" cy="665828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 descr="DenverLogo_4C.png"/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850" y="4591050"/>
            <a:ext cx="1270000" cy="424106"/>
          </a:xfrm>
          <a:prstGeom prst="rect">
            <a:avLst/>
          </a:prstGeom>
        </p:spPr>
      </p:pic>
      <p:pic>
        <p:nvPicPr>
          <p:cNvPr id="25" name="Picture 24" descr="ConnectWithUs_GreyBlue.png"/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6150" y="4744900"/>
            <a:ext cx="4029456" cy="219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189495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9_Transition Slide and Content_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3"/>
          <p:cNvSpPr>
            <a:spLocks noGrp="1"/>
          </p:cNvSpPr>
          <p:nvPr>
            <p:ph sz="quarter" idx="17"/>
          </p:nvPr>
        </p:nvSpPr>
        <p:spPr>
          <a:xfrm>
            <a:off x="5359781" y="209138"/>
            <a:ext cx="3425825" cy="3835050"/>
          </a:xfrm>
        </p:spPr>
        <p:txBody>
          <a:bodyPr>
            <a:normAutofit/>
          </a:bodyPr>
          <a:lstStyle>
            <a:lvl1pPr>
              <a:defRPr sz="2400">
                <a:latin typeface="Franklin Gothic Book" panose="020B0503020102020204" pitchFamily="34" charset="0"/>
              </a:defRPr>
            </a:lvl1pPr>
            <a:lvl2pPr marL="742932" indent="-285744">
              <a:buFont typeface="Arial" panose="020B0604020202020204" pitchFamily="34" charset="0"/>
              <a:buChar char="•"/>
              <a:defRPr sz="1800"/>
            </a:lvl2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pic>
        <p:nvPicPr>
          <p:cNvPr id="13" name="Picture 12" descr="ThinShearedLines_BlueRedYellow.png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612775" y="2869858"/>
            <a:ext cx="4572000" cy="79483"/>
          </a:xfrm>
          <a:prstGeom prst="rect">
            <a:avLst/>
          </a:prstGeom>
        </p:spPr>
      </p:pic>
      <p:sp>
        <p:nvSpPr>
          <p:cNvPr id="19" name="Title 1"/>
          <p:cNvSpPr>
            <a:spLocks noGrp="1" noChangeAspect="1"/>
          </p:cNvSpPr>
          <p:nvPr>
            <p:ph type="title"/>
          </p:nvPr>
        </p:nvSpPr>
        <p:spPr>
          <a:xfrm>
            <a:off x="612775" y="1661160"/>
            <a:ext cx="4572000" cy="1153367"/>
          </a:xfrm>
        </p:spPr>
        <p:txBody>
          <a:bodyPr>
            <a:normAutofit/>
          </a:bodyPr>
          <a:lstStyle>
            <a:lvl1pPr algn="l">
              <a:defRPr sz="3800" baseline="0">
                <a:solidFill>
                  <a:schemeClr val="accent2"/>
                </a:solidFill>
                <a:latin typeface="Franklin Gothic Book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0" name="Text Placeholder 1"/>
          <p:cNvSpPr>
            <a:spLocks noGrp="1" noChangeAspect="1"/>
          </p:cNvSpPr>
          <p:nvPr>
            <p:ph type="body" sz="quarter" idx="14"/>
            <p:custDataLst>
              <p:tags r:id="rId1"/>
            </p:custDataLst>
          </p:nvPr>
        </p:nvSpPr>
        <p:spPr>
          <a:xfrm>
            <a:off x="612775" y="3487960"/>
            <a:ext cx="4572000" cy="556228"/>
          </a:xfrm>
        </p:spPr>
        <p:txBody>
          <a:bodyPr>
            <a:normAutofit/>
          </a:bodyPr>
          <a:lstStyle>
            <a:lvl1pPr marL="0" indent="0">
              <a:buNone/>
              <a:defRPr sz="2200">
                <a:latin typeface="Franklin Gothic Book" panose="020B05030201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21" name="Text Placeholder 2"/>
          <p:cNvSpPr>
            <a:spLocks noGrp="1" noChangeAspect="1"/>
          </p:cNvSpPr>
          <p:nvPr>
            <p:ph type="body" sz="quarter" idx="16"/>
            <p:custDataLst>
              <p:tags r:id="rId2"/>
            </p:custDataLst>
          </p:nvPr>
        </p:nvSpPr>
        <p:spPr>
          <a:xfrm>
            <a:off x="612775" y="3008491"/>
            <a:ext cx="4572000" cy="424138"/>
          </a:xfrm>
        </p:spPr>
        <p:txBody>
          <a:bodyPr>
            <a:noAutofit/>
          </a:bodyPr>
          <a:lstStyle>
            <a:lvl1pPr marL="0" indent="0">
              <a:buNone/>
              <a:defRPr sz="2200">
                <a:latin typeface="Franklin Gothic Book" panose="020B05030201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0" name="Rectangle 9"/>
          <p:cNvSpPr/>
          <p:nvPr userDrawn="1"/>
        </p:nvSpPr>
        <p:spPr>
          <a:xfrm>
            <a:off x="0" y="4477672"/>
            <a:ext cx="9144000" cy="665828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DenverLogo_4C.png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850" y="4591050"/>
            <a:ext cx="1270000" cy="424106"/>
          </a:xfrm>
          <a:prstGeom prst="rect">
            <a:avLst/>
          </a:prstGeom>
        </p:spPr>
      </p:pic>
      <p:pic>
        <p:nvPicPr>
          <p:cNvPr id="14" name="Picture 13" descr="ConnectWithUs_GreyBlue.png"/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6150" y="4744900"/>
            <a:ext cx="4029456" cy="219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356312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Single Content Banner_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0" y="4477672"/>
            <a:ext cx="9144000" cy="665828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 descr="HeaderBar_BlueRedYellow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118136"/>
            <a:ext cx="9144000" cy="438912"/>
          </a:xfrm>
          <a:prstGeom prst="rect">
            <a:avLst/>
          </a:prstGeom>
        </p:spPr>
      </p:pic>
      <p:pic>
        <p:nvPicPr>
          <p:cNvPr id="9" name="Picture 8" descr="DenverLogo_4C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850" y="4591050"/>
            <a:ext cx="1270000" cy="424106"/>
          </a:xfrm>
          <a:prstGeom prst="rect">
            <a:avLst/>
          </a:prstGeom>
        </p:spPr>
      </p:pic>
      <p:pic>
        <p:nvPicPr>
          <p:cNvPr id="10" name="Picture 9" descr="ConnectWithUs_GreyBlue.png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6150" y="4744900"/>
            <a:ext cx="4029456" cy="219456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1238250" y="798512"/>
            <a:ext cx="6858000" cy="967979"/>
          </a:xfrm>
        </p:spPr>
        <p:txBody>
          <a:bodyPr>
            <a:normAutofit/>
          </a:bodyPr>
          <a:lstStyle>
            <a:lvl1pPr algn="l">
              <a:defRPr sz="3800" baseline="0">
                <a:solidFill>
                  <a:schemeClr val="accent2"/>
                </a:solidFill>
                <a:latin typeface="Franklin Gothic Book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5" name="Content Placeholder 2"/>
          <p:cNvSpPr>
            <a:spLocks noGrp="1"/>
          </p:cNvSpPr>
          <p:nvPr>
            <p:ph idx="1"/>
          </p:nvPr>
        </p:nvSpPr>
        <p:spPr>
          <a:xfrm>
            <a:off x="1238250" y="1960469"/>
            <a:ext cx="6858000" cy="1681163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2200" baseline="0">
                <a:solidFill>
                  <a:schemeClr val="tx1"/>
                </a:solidFill>
                <a:latin typeface="Franklin Gothic Book"/>
              </a:defRPr>
            </a:lvl1pPr>
            <a:lvl2pPr marL="0" indent="0">
              <a:spcBef>
                <a:spcPts val="0"/>
              </a:spcBef>
              <a:buFontTx/>
              <a:buNone/>
              <a:defRPr sz="2200" baseline="0">
                <a:solidFill>
                  <a:schemeClr val="tx1"/>
                </a:solidFill>
                <a:latin typeface="Franklin Gothic Book"/>
              </a:defRPr>
            </a:lvl2pPr>
            <a:lvl3pPr marL="0" indent="0">
              <a:spcBef>
                <a:spcPts val="0"/>
              </a:spcBef>
              <a:buFontTx/>
              <a:buNone/>
              <a:defRPr sz="2200" baseline="0">
                <a:solidFill>
                  <a:schemeClr val="tx1"/>
                </a:solidFill>
                <a:latin typeface="Franklin Gothic Book"/>
              </a:defRPr>
            </a:lvl3pPr>
            <a:lvl4pPr marL="0" indent="0">
              <a:spcBef>
                <a:spcPts val="0"/>
              </a:spcBef>
              <a:buFontTx/>
              <a:buNone/>
              <a:defRPr sz="2200" baseline="0">
                <a:solidFill>
                  <a:schemeClr val="tx1"/>
                </a:solidFill>
                <a:latin typeface="Franklin Gothic Book"/>
              </a:defRPr>
            </a:lvl4pPr>
            <a:lvl5pPr marL="0" indent="0">
              <a:spcBef>
                <a:spcPts val="0"/>
              </a:spcBef>
              <a:buFontTx/>
              <a:buNone/>
              <a:defRPr sz="2200" baseline="0">
                <a:solidFill>
                  <a:schemeClr val="tx1"/>
                </a:solidFill>
                <a:latin typeface="Franklin Gothic Book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 </a:t>
            </a:r>
          </a:p>
        </p:txBody>
      </p:sp>
    </p:spTree>
    <p:extLst>
      <p:ext uri="{BB962C8B-B14F-4D97-AF65-F5344CB8AC3E}">
        <p14:creationId xmlns:p14="http://schemas.microsoft.com/office/powerpoint/2010/main" val="10752771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1_Single Content_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8250" y="798512"/>
            <a:ext cx="6858000" cy="967979"/>
          </a:xfrm>
        </p:spPr>
        <p:txBody>
          <a:bodyPr>
            <a:normAutofit/>
          </a:bodyPr>
          <a:lstStyle>
            <a:lvl1pPr algn="l">
              <a:defRPr sz="3800" baseline="0">
                <a:solidFill>
                  <a:schemeClr val="accent2"/>
                </a:solidFill>
                <a:latin typeface="Franklin Gothic Book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38250" y="1960469"/>
            <a:ext cx="6858000" cy="1681163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2200" baseline="0">
                <a:solidFill>
                  <a:schemeClr val="tx1"/>
                </a:solidFill>
                <a:latin typeface="Franklin Gothic Book"/>
              </a:defRPr>
            </a:lvl1pPr>
            <a:lvl2pPr marL="0" indent="0">
              <a:spcBef>
                <a:spcPts val="0"/>
              </a:spcBef>
              <a:buFontTx/>
              <a:buNone/>
              <a:defRPr sz="2200" baseline="0">
                <a:solidFill>
                  <a:schemeClr val="tx1"/>
                </a:solidFill>
                <a:latin typeface="Franklin Gothic Book"/>
              </a:defRPr>
            </a:lvl2pPr>
            <a:lvl3pPr marL="0" indent="0">
              <a:spcBef>
                <a:spcPts val="0"/>
              </a:spcBef>
              <a:buFontTx/>
              <a:buNone/>
              <a:defRPr sz="2200" baseline="0">
                <a:solidFill>
                  <a:schemeClr val="tx1"/>
                </a:solidFill>
                <a:latin typeface="Franklin Gothic Book"/>
              </a:defRPr>
            </a:lvl3pPr>
            <a:lvl4pPr marL="0" indent="0">
              <a:spcBef>
                <a:spcPts val="0"/>
              </a:spcBef>
              <a:buFontTx/>
              <a:buNone/>
              <a:defRPr sz="2200" baseline="0">
                <a:solidFill>
                  <a:schemeClr val="tx1"/>
                </a:solidFill>
                <a:latin typeface="Franklin Gothic Book"/>
              </a:defRPr>
            </a:lvl4pPr>
            <a:lvl5pPr marL="0" indent="0">
              <a:spcBef>
                <a:spcPts val="0"/>
              </a:spcBef>
              <a:buFontTx/>
              <a:buNone/>
              <a:defRPr sz="2200" baseline="0">
                <a:solidFill>
                  <a:schemeClr val="tx1"/>
                </a:solidFill>
                <a:latin typeface="Franklin Gothic Book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 </a:t>
            </a:r>
          </a:p>
        </p:txBody>
      </p:sp>
      <p:sp>
        <p:nvSpPr>
          <p:cNvPr id="7" name="Rectangle 6"/>
          <p:cNvSpPr/>
          <p:nvPr userDrawn="1"/>
        </p:nvSpPr>
        <p:spPr>
          <a:xfrm>
            <a:off x="0" y="4477672"/>
            <a:ext cx="9144000" cy="665828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DenverLogo_4C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850" y="4591050"/>
            <a:ext cx="1270000" cy="424106"/>
          </a:xfrm>
          <a:prstGeom prst="rect">
            <a:avLst/>
          </a:prstGeom>
        </p:spPr>
      </p:pic>
      <p:pic>
        <p:nvPicPr>
          <p:cNvPr id="9" name="Picture 8" descr="ConnectWithUs_GreyBlue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6150" y="4744900"/>
            <a:ext cx="4029456" cy="219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412618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Double Content_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1143000" y="343807"/>
            <a:ext cx="6858000" cy="814433"/>
          </a:xfrm>
        </p:spPr>
        <p:txBody>
          <a:bodyPr>
            <a:normAutofit/>
          </a:bodyPr>
          <a:lstStyle>
            <a:lvl1pPr algn="ctr">
              <a:defRPr sz="3800" baseline="0">
                <a:solidFill>
                  <a:srgbClr val="D9531E"/>
                </a:solidFill>
                <a:latin typeface="Franklin Gothic Book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8" name="Content Placeholder 2"/>
          <p:cNvSpPr>
            <a:spLocks noGrp="1"/>
          </p:cNvSpPr>
          <p:nvPr>
            <p:ph idx="10"/>
          </p:nvPr>
        </p:nvSpPr>
        <p:spPr>
          <a:xfrm>
            <a:off x="1143000" y="1247933"/>
            <a:ext cx="3340100" cy="2935448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2200" baseline="0">
                <a:solidFill>
                  <a:schemeClr val="tx1"/>
                </a:solidFill>
                <a:latin typeface="Franklin Gothic Book"/>
              </a:defRPr>
            </a:lvl1pPr>
            <a:lvl2pPr marL="0" indent="0">
              <a:spcBef>
                <a:spcPts val="0"/>
              </a:spcBef>
              <a:buFontTx/>
              <a:buNone/>
              <a:defRPr sz="2200" baseline="0">
                <a:solidFill>
                  <a:schemeClr val="tx1"/>
                </a:solidFill>
                <a:latin typeface="Franklin Gothic Book"/>
              </a:defRPr>
            </a:lvl2pPr>
            <a:lvl3pPr marL="0" indent="0">
              <a:spcBef>
                <a:spcPts val="0"/>
              </a:spcBef>
              <a:buFontTx/>
              <a:buNone/>
              <a:defRPr sz="2200" baseline="0">
                <a:solidFill>
                  <a:schemeClr val="tx1"/>
                </a:solidFill>
                <a:latin typeface="Franklin Gothic Book"/>
              </a:defRPr>
            </a:lvl3pPr>
            <a:lvl4pPr marL="0" indent="0">
              <a:spcBef>
                <a:spcPts val="0"/>
              </a:spcBef>
              <a:buFontTx/>
              <a:buNone/>
              <a:defRPr sz="2200" baseline="0">
                <a:solidFill>
                  <a:schemeClr val="tx1"/>
                </a:solidFill>
                <a:latin typeface="Franklin Gothic Book"/>
              </a:defRPr>
            </a:lvl4pPr>
            <a:lvl5pPr marL="0" indent="0">
              <a:spcBef>
                <a:spcPts val="0"/>
              </a:spcBef>
              <a:buFontTx/>
              <a:buNone/>
              <a:defRPr sz="2200" baseline="0">
                <a:solidFill>
                  <a:schemeClr val="tx1"/>
                </a:solidFill>
                <a:latin typeface="Franklin Gothic Book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 </a:t>
            </a:r>
          </a:p>
        </p:txBody>
      </p:sp>
      <p:sp>
        <p:nvSpPr>
          <p:cNvPr id="19" name="Content Placeholder 2"/>
          <p:cNvSpPr>
            <a:spLocks noGrp="1"/>
          </p:cNvSpPr>
          <p:nvPr>
            <p:ph idx="11"/>
          </p:nvPr>
        </p:nvSpPr>
        <p:spPr>
          <a:xfrm>
            <a:off x="4660900" y="1247933"/>
            <a:ext cx="3340100" cy="2935448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2200" baseline="0">
                <a:solidFill>
                  <a:schemeClr val="tx1"/>
                </a:solidFill>
                <a:latin typeface="Franklin Gothic Book"/>
              </a:defRPr>
            </a:lvl1pPr>
            <a:lvl2pPr marL="0" indent="0">
              <a:spcBef>
                <a:spcPts val="0"/>
              </a:spcBef>
              <a:buFontTx/>
              <a:buNone/>
              <a:defRPr sz="2200" baseline="0">
                <a:solidFill>
                  <a:schemeClr val="tx1"/>
                </a:solidFill>
                <a:latin typeface="Franklin Gothic Book"/>
              </a:defRPr>
            </a:lvl2pPr>
            <a:lvl3pPr marL="0" indent="0">
              <a:spcBef>
                <a:spcPts val="0"/>
              </a:spcBef>
              <a:buFontTx/>
              <a:buNone/>
              <a:defRPr sz="2200" baseline="0">
                <a:solidFill>
                  <a:schemeClr val="tx1"/>
                </a:solidFill>
                <a:latin typeface="Franklin Gothic Book"/>
              </a:defRPr>
            </a:lvl3pPr>
            <a:lvl4pPr marL="0" indent="0">
              <a:spcBef>
                <a:spcPts val="0"/>
              </a:spcBef>
              <a:buFontTx/>
              <a:buNone/>
              <a:defRPr sz="2200" baseline="0">
                <a:solidFill>
                  <a:schemeClr val="tx1"/>
                </a:solidFill>
                <a:latin typeface="Franklin Gothic Book"/>
              </a:defRPr>
            </a:lvl4pPr>
            <a:lvl5pPr marL="0" indent="0">
              <a:spcBef>
                <a:spcPts val="0"/>
              </a:spcBef>
              <a:buFontTx/>
              <a:buNone/>
              <a:defRPr sz="2200" baseline="0">
                <a:solidFill>
                  <a:schemeClr val="tx1"/>
                </a:solidFill>
                <a:latin typeface="Franklin Gothic Book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 </a:t>
            </a:r>
          </a:p>
        </p:txBody>
      </p:sp>
      <p:pic>
        <p:nvPicPr>
          <p:cNvPr id="20" name="Picture 19" descr="ThinShearedLines_BlueRedYellow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03200"/>
            <a:ext cx="9144000" cy="79248"/>
          </a:xfrm>
          <a:prstGeom prst="rect">
            <a:avLst/>
          </a:prstGeom>
        </p:spPr>
      </p:pic>
      <p:sp>
        <p:nvSpPr>
          <p:cNvPr id="9" name="Rectangle 8"/>
          <p:cNvSpPr/>
          <p:nvPr userDrawn="1"/>
        </p:nvSpPr>
        <p:spPr>
          <a:xfrm>
            <a:off x="0" y="4477672"/>
            <a:ext cx="9144000" cy="665828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 descr="DenverLogo_4C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850" y="4591050"/>
            <a:ext cx="1270000" cy="424106"/>
          </a:xfrm>
          <a:prstGeom prst="rect">
            <a:avLst/>
          </a:prstGeom>
        </p:spPr>
      </p:pic>
      <p:pic>
        <p:nvPicPr>
          <p:cNvPr id="12" name="Picture 11" descr="ConnectWithUs_GreyBlue.png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6150" y="4744900"/>
            <a:ext cx="4029456" cy="219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625994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01_Title Slide_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0" y="0"/>
            <a:ext cx="9144000" cy="4477673"/>
          </a:xfrm>
          <a:prstGeom prst="rect">
            <a:avLst/>
          </a:prstGeom>
          <a:solidFill>
            <a:schemeClr val="tx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/>
          <p:cNvSpPr/>
          <p:nvPr userDrawn="1"/>
        </p:nvSpPr>
        <p:spPr>
          <a:xfrm>
            <a:off x="0" y="4477672"/>
            <a:ext cx="9144000" cy="66582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8046" y="1460502"/>
            <a:ext cx="7144255" cy="1162049"/>
          </a:xfrm>
        </p:spPr>
        <p:txBody>
          <a:bodyPr>
            <a:noAutofit/>
          </a:bodyPr>
          <a:lstStyle>
            <a:lvl1pPr algn="l">
              <a:defRPr sz="4400">
                <a:solidFill>
                  <a:schemeClr val="bg1"/>
                </a:solidFill>
                <a:latin typeface="Franklin Gothic Book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98046" y="2622551"/>
            <a:ext cx="6458456" cy="64293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bg1"/>
                </a:solidFill>
                <a:latin typeface="Franklin Gothic Book"/>
                <a:cs typeface="Franklin Gothic Book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9" name="Parallelogram 8"/>
          <p:cNvSpPr/>
          <p:nvPr userDrawn="1"/>
        </p:nvSpPr>
        <p:spPr>
          <a:xfrm flipH="1">
            <a:off x="1098046" y="1236371"/>
            <a:ext cx="743454" cy="45719"/>
          </a:xfrm>
          <a:prstGeom prst="parallelogram">
            <a:avLst/>
          </a:prstGeom>
          <a:solidFill>
            <a:srgbClr val="9FA6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Picture 19" descr="DenverLogo_4C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850" y="4591050"/>
            <a:ext cx="1270000" cy="424106"/>
          </a:xfrm>
          <a:prstGeom prst="rect">
            <a:avLst/>
          </a:prstGeom>
        </p:spPr>
      </p:pic>
      <p:pic>
        <p:nvPicPr>
          <p:cNvPr id="21" name="Picture 20" descr="ConnectWithUs_BlueGrey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6150" y="4706430"/>
            <a:ext cx="4029456" cy="219456"/>
          </a:xfrm>
          <a:prstGeom prst="rect">
            <a:avLst/>
          </a:prstGeom>
        </p:spPr>
      </p:pic>
      <p:pic>
        <p:nvPicPr>
          <p:cNvPr id="4" name="Picture 3" descr="ThinShearedLines_BlueYellowRed.png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80989"/>
            <a:ext cx="9144000" cy="691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312839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02_Title Slide_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0" y="261938"/>
            <a:ext cx="9144000" cy="4215735"/>
          </a:xfrm>
          <a:prstGeom prst="rect">
            <a:avLst/>
          </a:prstGeom>
          <a:solidFill>
            <a:schemeClr val="tx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/>
          <p:cNvSpPr/>
          <p:nvPr userDrawn="1"/>
        </p:nvSpPr>
        <p:spPr>
          <a:xfrm>
            <a:off x="0" y="4477672"/>
            <a:ext cx="9144000" cy="665828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8046" y="1460502"/>
            <a:ext cx="7144255" cy="1162049"/>
          </a:xfrm>
        </p:spPr>
        <p:txBody>
          <a:bodyPr>
            <a:noAutofit/>
          </a:bodyPr>
          <a:lstStyle>
            <a:lvl1pPr algn="l">
              <a:defRPr sz="4400">
                <a:solidFill>
                  <a:schemeClr val="bg1"/>
                </a:solidFill>
                <a:latin typeface="Franklin Gothic Book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98046" y="2622551"/>
            <a:ext cx="6458456" cy="64293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bg1"/>
                </a:solidFill>
                <a:latin typeface="Franklin Gothic Book"/>
                <a:cs typeface="Franklin Gothic Book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9" name="Parallelogram 8"/>
          <p:cNvSpPr/>
          <p:nvPr userDrawn="1"/>
        </p:nvSpPr>
        <p:spPr>
          <a:xfrm flipH="1">
            <a:off x="1098046" y="1236371"/>
            <a:ext cx="743454" cy="45719"/>
          </a:xfrm>
          <a:prstGeom prst="parallelogram">
            <a:avLst/>
          </a:prstGeom>
          <a:solidFill>
            <a:schemeClr val="accent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17" descr="HeaderBar_BlueRedYellow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438912"/>
          </a:xfrm>
          <a:prstGeom prst="rect">
            <a:avLst/>
          </a:prstGeom>
        </p:spPr>
      </p:pic>
      <p:pic>
        <p:nvPicPr>
          <p:cNvPr id="20" name="Picture 19" descr="DenverLogo_4C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850" y="4591050"/>
            <a:ext cx="1270000" cy="424106"/>
          </a:xfrm>
          <a:prstGeom prst="rect">
            <a:avLst/>
          </a:prstGeom>
        </p:spPr>
      </p:pic>
      <p:pic>
        <p:nvPicPr>
          <p:cNvPr id="21" name="Picture 20" descr="ConnectWithUs_BlueGrey.png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6150" y="4706430"/>
            <a:ext cx="4029456" cy="219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16299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03_Title and Content_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8250" y="1033462"/>
            <a:ext cx="6858000" cy="967979"/>
          </a:xfrm>
        </p:spPr>
        <p:txBody>
          <a:bodyPr>
            <a:normAutofit/>
          </a:bodyPr>
          <a:lstStyle>
            <a:lvl1pPr algn="l">
              <a:defRPr sz="3800" baseline="0">
                <a:solidFill>
                  <a:srgbClr val="D9531E"/>
                </a:solidFill>
                <a:latin typeface="Franklin Gothic Book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38250" y="2185987"/>
            <a:ext cx="6858000" cy="1681163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2200" baseline="0">
                <a:solidFill>
                  <a:schemeClr val="tx1"/>
                </a:solidFill>
                <a:latin typeface="Franklin Gothic Book"/>
              </a:defRPr>
            </a:lvl1pPr>
            <a:lvl2pPr marL="0" indent="0">
              <a:spcBef>
                <a:spcPts val="0"/>
              </a:spcBef>
              <a:buFontTx/>
              <a:buNone/>
              <a:defRPr sz="2200" baseline="0">
                <a:solidFill>
                  <a:schemeClr val="tx1"/>
                </a:solidFill>
                <a:latin typeface="Franklin Gothic Book"/>
              </a:defRPr>
            </a:lvl2pPr>
            <a:lvl3pPr marL="0" indent="0">
              <a:spcBef>
                <a:spcPts val="0"/>
              </a:spcBef>
              <a:buFontTx/>
              <a:buNone/>
              <a:defRPr sz="2200" baseline="0">
                <a:solidFill>
                  <a:schemeClr val="tx1"/>
                </a:solidFill>
                <a:latin typeface="Franklin Gothic Book"/>
              </a:defRPr>
            </a:lvl3pPr>
            <a:lvl4pPr marL="0" indent="0">
              <a:spcBef>
                <a:spcPts val="0"/>
              </a:spcBef>
              <a:buFontTx/>
              <a:buNone/>
              <a:defRPr sz="2200" baseline="0">
                <a:solidFill>
                  <a:schemeClr val="tx1"/>
                </a:solidFill>
                <a:latin typeface="Franklin Gothic Book"/>
              </a:defRPr>
            </a:lvl4pPr>
            <a:lvl5pPr marL="0" indent="0">
              <a:spcBef>
                <a:spcPts val="0"/>
              </a:spcBef>
              <a:buFontTx/>
              <a:buNone/>
              <a:defRPr sz="2200" baseline="0">
                <a:solidFill>
                  <a:schemeClr val="tx1"/>
                </a:solidFill>
                <a:latin typeface="Franklin Gothic Book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 </a:t>
            </a:r>
          </a:p>
        </p:txBody>
      </p:sp>
      <p:pic>
        <p:nvPicPr>
          <p:cNvPr id="15" name="Picture 14" descr="ThinShearedLines_BlueRedYellow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2400"/>
            <a:ext cx="9144000" cy="79248"/>
          </a:xfrm>
          <a:prstGeom prst="rect">
            <a:avLst/>
          </a:prstGeom>
        </p:spPr>
      </p:pic>
      <p:sp>
        <p:nvSpPr>
          <p:cNvPr id="8" name="Rectangle 7"/>
          <p:cNvSpPr/>
          <p:nvPr userDrawn="1"/>
        </p:nvSpPr>
        <p:spPr>
          <a:xfrm>
            <a:off x="0" y="4477672"/>
            <a:ext cx="9144000" cy="665828"/>
          </a:xfrm>
          <a:prstGeom prst="rect">
            <a:avLst/>
          </a:prstGeom>
          <a:solidFill>
            <a:schemeClr val="tx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 descr="DenverLogo_4C_Rev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850" y="4591050"/>
            <a:ext cx="1270000" cy="424106"/>
          </a:xfrm>
          <a:prstGeom prst="rect">
            <a:avLst/>
          </a:prstGeom>
        </p:spPr>
      </p:pic>
      <p:pic>
        <p:nvPicPr>
          <p:cNvPr id="10" name="Picture 9" descr="ConnectWithUs_YellowWhite.png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6150" y="4706430"/>
            <a:ext cx="4029456" cy="219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274461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4_Title and Content_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233764" y="1344846"/>
            <a:ext cx="1606557" cy="1031868"/>
          </a:xfrm>
        </p:spPr>
        <p:txBody>
          <a:bodyPr>
            <a:normAutofit/>
          </a:bodyPr>
          <a:lstStyle>
            <a:lvl1pPr algn="ctr">
              <a:defRPr sz="2200" baseline="0">
                <a:solidFill>
                  <a:schemeClr val="accent2"/>
                </a:solidFill>
                <a:latin typeface="Franklin Gothic Book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Rectangle 9"/>
          <p:cNvSpPr/>
          <p:nvPr userDrawn="1"/>
        </p:nvSpPr>
        <p:spPr>
          <a:xfrm>
            <a:off x="829890" y="467911"/>
            <a:ext cx="2414306" cy="2785738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2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172004" y="3470820"/>
            <a:ext cx="3730078" cy="832978"/>
          </a:xfrm>
        </p:spPr>
        <p:txBody>
          <a:bodyPr>
            <a:normAutofit/>
          </a:bodyPr>
          <a:lstStyle>
            <a:lvl1pPr marL="0" indent="0" algn="ctr">
              <a:buNone/>
              <a:defRPr sz="1800" baseline="0">
                <a:latin typeface="Franklin Gothic Book" panose="020B0503020102020204" pitchFamily="34" charset="0"/>
              </a:defRPr>
            </a:lvl1pPr>
          </a:lstStyle>
          <a:p>
            <a:pPr lvl="0"/>
            <a:r>
              <a:rPr lang="en-US" dirty="0"/>
              <a:t>Click to edit sub master text styles</a:t>
            </a:r>
          </a:p>
        </p:txBody>
      </p:sp>
      <p:pic>
        <p:nvPicPr>
          <p:cNvPr id="13" name="Picture 12" descr="ThinShearedLines_BlueRedYellow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004" y="3342476"/>
            <a:ext cx="3730078" cy="85047"/>
          </a:xfrm>
          <a:prstGeom prst="rect">
            <a:avLst/>
          </a:prstGeom>
        </p:spPr>
      </p:pic>
      <p:sp>
        <p:nvSpPr>
          <p:cNvPr id="14" name="Content Placeholder 2"/>
          <p:cNvSpPr>
            <a:spLocks noGrp="1" noChangeAspect="1"/>
          </p:cNvSpPr>
          <p:nvPr>
            <p:ph idx="1"/>
          </p:nvPr>
        </p:nvSpPr>
        <p:spPr>
          <a:xfrm>
            <a:off x="4586514" y="467911"/>
            <a:ext cx="4325257" cy="3835887"/>
          </a:xfrm>
        </p:spPr>
        <p:txBody>
          <a:bodyPr>
            <a:normAutofit/>
          </a:bodyPr>
          <a:lstStyle>
            <a:lvl1pPr marL="342891" indent="-342891">
              <a:spcBef>
                <a:spcPts val="0"/>
              </a:spcBef>
              <a:buFont typeface="Arial" panose="020B0604020202020204" pitchFamily="34" charset="0"/>
              <a:buChar char="•"/>
              <a:defRPr sz="2200" baseline="0">
                <a:solidFill>
                  <a:schemeClr val="tx1"/>
                </a:solidFill>
                <a:latin typeface="Franklin Gothic Book"/>
              </a:defRPr>
            </a:lvl1pPr>
            <a:lvl2pPr marL="342891" indent="-342891">
              <a:spcBef>
                <a:spcPts val="0"/>
              </a:spcBef>
              <a:buFont typeface="Arial" panose="020B0604020202020204" pitchFamily="34" charset="0"/>
              <a:buChar char="•"/>
              <a:defRPr sz="2200" baseline="0">
                <a:solidFill>
                  <a:schemeClr val="tx1"/>
                </a:solidFill>
                <a:latin typeface="Franklin Gothic Book"/>
              </a:defRPr>
            </a:lvl2pPr>
            <a:lvl3pPr marL="0" indent="0">
              <a:spcBef>
                <a:spcPts val="0"/>
              </a:spcBef>
              <a:buFontTx/>
              <a:buNone/>
              <a:defRPr sz="2200" baseline="0">
                <a:solidFill>
                  <a:schemeClr val="tx1"/>
                </a:solidFill>
                <a:latin typeface="Franklin Gothic Book"/>
              </a:defRPr>
            </a:lvl3pPr>
            <a:lvl4pPr marL="682608" indent="-342891">
              <a:spcBef>
                <a:spcPts val="0"/>
              </a:spcBef>
              <a:buFont typeface="Arial" panose="020B0604020202020204" pitchFamily="34" charset="0"/>
              <a:buChar char="•"/>
              <a:defRPr sz="2000" baseline="0">
                <a:solidFill>
                  <a:schemeClr val="tx1"/>
                </a:solidFill>
                <a:latin typeface="Franklin Gothic Book"/>
              </a:defRPr>
            </a:lvl4pPr>
            <a:lvl5pPr marL="0" indent="0">
              <a:spcBef>
                <a:spcPts val="0"/>
              </a:spcBef>
              <a:buFontTx/>
              <a:buNone/>
              <a:defRPr sz="2200" baseline="0">
                <a:solidFill>
                  <a:schemeClr val="tx1"/>
                </a:solidFill>
                <a:latin typeface="Franklin Gothic Book"/>
              </a:defRPr>
            </a:lvl5pPr>
            <a:lvl6pPr marL="914377" indent="-228594">
              <a:defRPr sz="1800">
                <a:latin typeface="Franklin Gothic Book" panose="020B0503020102020204" pitchFamily="34" charset="0"/>
              </a:defRPr>
            </a:lvl6pPr>
          </a:lstStyle>
          <a:p>
            <a:pPr lvl="0"/>
            <a:r>
              <a:rPr lang="en-US" dirty="0"/>
              <a:t>Edit Master text styles</a:t>
            </a:r>
          </a:p>
          <a:p>
            <a:pPr lvl="3"/>
            <a:r>
              <a:rPr lang="en-US" dirty="0"/>
              <a:t>Second level</a:t>
            </a:r>
          </a:p>
          <a:p>
            <a:pPr lvl="5"/>
            <a:r>
              <a:rPr lang="en-US" dirty="0"/>
              <a:t>Third level</a:t>
            </a:r>
          </a:p>
        </p:txBody>
      </p:sp>
      <p:sp>
        <p:nvSpPr>
          <p:cNvPr id="11" name="Rectangle 10"/>
          <p:cNvSpPr/>
          <p:nvPr userDrawn="1"/>
        </p:nvSpPr>
        <p:spPr>
          <a:xfrm>
            <a:off x="0" y="4477672"/>
            <a:ext cx="9144000" cy="665828"/>
          </a:xfrm>
          <a:prstGeom prst="rect">
            <a:avLst/>
          </a:prstGeom>
          <a:solidFill>
            <a:schemeClr val="tx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 descr="DenverLogo_4C_Rev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850" y="4591050"/>
            <a:ext cx="1270000" cy="424106"/>
          </a:xfrm>
          <a:prstGeom prst="rect">
            <a:avLst/>
          </a:prstGeom>
        </p:spPr>
      </p:pic>
      <p:pic>
        <p:nvPicPr>
          <p:cNvPr id="19" name="Picture 18" descr="ConnectWithUs_YellowWhite.png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6150" y="4706430"/>
            <a:ext cx="4029456" cy="219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31915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5_Three Content Category_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 noChangeAspect="1"/>
          </p:cNvSpPr>
          <p:nvPr>
            <p:ph type="title"/>
          </p:nvPr>
        </p:nvSpPr>
        <p:spPr>
          <a:xfrm>
            <a:off x="134166" y="307910"/>
            <a:ext cx="4448344" cy="1290638"/>
          </a:xfrm>
          <a:noFill/>
        </p:spPr>
        <p:txBody>
          <a:bodyPr>
            <a:normAutofit/>
          </a:bodyPr>
          <a:lstStyle>
            <a:lvl1pPr algn="l">
              <a:defRPr sz="3800" baseline="0">
                <a:solidFill>
                  <a:schemeClr val="accent2"/>
                </a:solidFill>
                <a:latin typeface="Franklin Gothic Book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Content Placeholder 2"/>
          <p:cNvSpPr>
            <a:spLocks noGrp="1" noChangeAspect="1"/>
          </p:cNvSpPr>
          <p:nvPr>
            <p:ph idx="1"/>
          </p:nvPr>
        </p:nvSpPr>
        <p:spPr>
          <a:xfrm>
            <a:off x="4756150" y="307911"/>
            <a:ext cx="4251216" cy="4087033"/>
          </a:xfrm>
        </p:spPr>
        <p:txBody>
          <a:bodyPr>
            <a:normAutofit/>
          </a:bodyPr>
          <a:lstStyle>
            <a:lvl1pPr marL="342891" indent="-342891">
              <a:spcBef>
                <a:spcPts val="0"/>
              </a:spcBef>
              <a:buFont typeface="Arial" panose="020B0604020202020204" pitchFamily="34" charset="0"/>
              <a:buChar char="•"/>
              <a:defRPr sz="2200" baseline="0">
                <a:solidFill>
                  <a:schemeClr val="tx1"/>
                </a:solidFill>
                <a:latin typeface="Franklin Gothic Book"/>
              </a:defRPr>
            </a:lvl1pPr>
            <a:lvl2pPr marL="342891" indent="-342891">
              <a:spcBef>
                <a:spcPts val="0"/>
              </a:spcBef>
              <a:buFont typeface="Arial" panose="020B0604020202020204" pitchFamily="34" charset="0"/>
              <a:buChar char="•"/>
              <a:defRPr sz="2200" baseline="0">
                <a:solidFill>
                  <a:schemeClr val="tx1"/>
                </a:solidFill>
                <a:latin typeface="Franklin Gothic Book"/>
              </a:defRPr>
            </a:lvl2pPr>
            <a:lvl3pPr marL="0" indent="0">
              <a:spcBef>
                <a:spcPts val="0"/>
              </a:spcBef>
              <a:buFontTx/>
              <a:buNone/>
              <a:defRPr sz="2200" baseline="0">
                <a:solidFill>
                  <a:schemeClr val="tx1"/>
                </a:solidFill>
                <a:latin typeface="Franklin Gothic Book"/>
              </a:defRPr>
            </a:lvl3pPr>
            <a:lvl4pPr marL="682608" indent="-342891">
              <a:spcBef>
                <a:spcPts val="0"/>
              </a:spcBef>
              <a:buFont typeface="Arial" panose="020B0604020202020204" pitchFamily="34" charset="0"/>
              <a:buChar char="•"/>
              <a:defRPr sz="2000" baseline="0">
                <a:solidFill>
                  <a:schemeClr val="tx1"/>
                </a:solidFill>
                <a:latin typeface="Franklin Gothic Book"/>
              </a:defRPr>
            </a:lvl4pPr>
            <a:lvl5pPr marL="0" indent="0">
              <a:spcBef>
                <a:spcPts val="0"/>
              </a:spcBef>
              <a:buFontTx/>
              <a:buNone/>
              <a:defRPr sz="2200" baseline="0">
                <a:solidFill>
                  <a:schemeClr val="tx1"/>
                </a:solidFill>
                <a:latin typeface="Franklin Gothic Book"/>
              </a:defRPr>
            </a:lvl5pPr>
            <a:lvl6pPr marL="914377" indent="-228594">
              <a:defRPr sz="1800">
                <a:latin typeface="Franklin Gothic Book" panose="020B0503020102020204" pitchFamily="34" charset="0"/>
              </a:defRPr>
            </a:lvl6pPr>
          </a:lstStyle>
          <a:p>
            <a:pPr lvl="0"/>
            <a:r>
              <a:rPr lang="en-US" dirty="0"/>
              <a:t>Edit Master text styles</a:t>
            </a:r>
          </a:p>
          <a:p>
            <a:pPr lvl="3"/>
            <a:r>
              <a:rPr lang="en-US" dirty="0"/>
              <a:t>Second level</a:t>
            </a:r>
          </a:p>
          <a:p>
            <a:pPr lvl="5"/>
            <a:r>
              <a:rPr lang="en-US" dirty="0"/>
              <a:t>Third level</a:t>
            </a:r>
          </a:p>
        </p:txBody>
      </p:sp>
      <p:sp>
        <p:nvSpPr>
          <p:cNvPr id="10" name="Text Placeholder 32"/>
          <p:cNvSpPr>
            <a:spLocks noGrp="1"/>
          </p:cNvSpPr>
          <p:nvPr>
            <p:ph type="body" sz="quarter" idx="26"/>
          </p:nvPr>
        </p:nvSpPr>
        <p:spPr>
          <a:xfrm>
            <a:off x="323850" y="1796467"/>
            <a:ext cx="4258660" cy="691805"/>
          </a:xfrm>
        </p:spPr>
        <p:txBody>
          <a:bodyPr/>
          <a:lstStyle>
            <a:lvl1pPr marL="0" indent="0">
              <a:buNone/>
              <a:defRPr sz="1800" b="0">
                <a:latin typeface="Franklin Gothic Book" panose="020B0503020102020204" pitchFamily="34" charset="0"/>
              </a:defRPr>
            </a:lvl1pPr>
            <a:lvl2pPr marL="285744" indent="-285744">
              <a:buFont typeface="Arial" panose="020B0604020202020204" pitchFamily="34" charset="0"/>
              <a:buChar char="•"/>
              <a:defRPr sz="1400">
                <a:latin typeface="Franklin Gothic Book" panose="020B0503020102020204" pitchFamily="34" charset="0"/>
              </a:defRPr>
            </a:lvl2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2" name="Rectangle 11"/>
          <p:cNvSpPr>
            <a:spLocks/>
          </p:cNvSpPr>
          <p:nvPr userDrawn="1"/>
        </p:nvSpPr>
        <p:spPr>
          <a:xfrm>
            <a:off x="139656" y="1802472"/>
            <a:ext cx="45719" cy="68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3" name="Text Placeholder 32"/>
          <p:cNvSpPr>
            <a:spLocks noGrp="1"/>
          </p:cNvSpPr>
          <p:nvPr>
            <p:ph type="body" sz="quarter" idx="27"/>
          </p:nvPr>
        </p:nvSpPr>
        <p:spPr>
          <a:xfrm>
            <a:off x="323850" y="2697766"/>
            <a:ext cx="4258660" cy="685056"/>
          </a:xfrm>
        </p:spPr>
        <p:txBody>
          <a:bodyPr/>
          <a:lstStyle>
            <a:lvl1pPr marL="0" indent="0">
              <a:buNone/>
              <a:defRPr sz="1800" b="0">
                <a:latin typeface="Franklin Gothic Book" panose="020B0503020102020204" pitchFamily="34" charset="0"/>
              </a:defRPr>
            </a:lvl1pPr>
            <a:lvl2pPr marL="285744" indent="-285744">
              <a:buFont typeface="Arial" panose="020B0604020202020204" pitchFamily="34" charset="0"/>
              <a:buChar char="•"/>
              <a:defRPr sz="1400">
                <a:latin typeface="Franklin Gothic Book" panose="020B0503020102020204" pitchFamily="34" charset="0"/>
              </a:defRPr>
            </a:lvl2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4" name="Rectangle 13"/>
          <p:cNvSpPr>
            <a:spLocks/>
          </p:cNvSpPr>
          <p:nvPr userDrawn="1"/>
        </p:nvSpPr>
        <p:spPr>
          <a:xfrm>
            <a:off x="139655" y="2697022"/>
            <a:ext cx="45719" cy="685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6" name="Text Placeholder 32"/>
          <p:cNvSpPr>
            <a:spLocks noGrp="1"/>
          </p:cNvSpPr>
          <p:nvPr>
            <p:ph type="body" sz="quarter" idx="28"/>
          </p:nvPr>
        </p:nvSpPr>
        <p:spPr>
          <a:xfrm>
            <a:off x="323850" y="3593088"/>
            <a:ext cx="4258660" cy="684284"/>
          </a:xfrm>
        </p:spPr>
        <p:txBody>
          <a:bodyPr/>
          <a:lstStyle>
            <a:lvl1pPr marL="0" indent="0">
              <a:buNone/>
              <a:defRPr sz="1800" b="0">
                <a:latin typeface="Franklin Gothic Book" panose="020B0503020102020204" pitchFamily="34" charset="0"/>
              </a:defRPr>
            </a:lvl1pPr>
            <a:lvl2pPr marL="342891" indent="-342891">
              <a:buFont typeface="Arial" panose="020B0604020202020204" pitchFamily="34" charset="0"/>
              <a:buChar char="•"/>
              <a:defRPr sz="1400">
                <a:latin typeface="Franklin Gothic Book" panose="020B0503020102020204" pitchFamily="34" charset="0"/>
              </a:defRPr>
            </a:lvl2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8" name="Rectangle 17"/>
          <p:cNvSpPr>
            <a:spLocks/>
          </p:cNvSpPr>
          <p:nvPr userDrawn="1"/>
        </p:nvSpPr>
        <p:spPr>
          <a:xfrm>
            <a:off x="139654" y="3591572"/>
            <a:ext cx="45719" cy="6858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21" name="Picture 20" descr="ThinShearedLines_BlueRedYellow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03200"/>
            <a:ext cx="9144000" cy="79248"/>
          </a:xfrm>
          <a:prstGeom prst="rect">
            <a:avLst/>
          </a:prstGeom>
        </p:spPr>
      </p:pic>
      <p:sp>
        <p:nvSpPr>
          <p:cNvPr id="15" name="Rectangle 14"/>
          <p:cNvSpPr/>
          <p:nvPr userDrawn="1"/>
        </p:nvSpPr>
        <p:spPr>
          <a:xfrm>
            <a:off x="0" y="4477672"/>
            <a:ext cx="9144000" cy="665828"/>
          </a:xfrm>
          <a:prstGeom prst="rect">
            <a:avLst/>
          </a:prstGeom>
          <a:solidFill>
            <a:schemeClr val="tx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2" name="Picture 21" descr="DenverLogo_4C_Rev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850" y="4591050"/>
            <a:ext cx="1270000" cy="424106"/>
          </a:xfrm>
          <a:prstGeom prst="rect">
            <a:avLst/>
          </a:prstGeom>
        </p:spPr>
      </p:pic>
      <p:pic>
        <p:nvPicPr>
          <p:cNvPr id="23" name="Picture 22" descr="ConnectWithUs_YellowWhite.png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6150" y="4706430"/>
            <a:ext cx="4029456" cy="219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584007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6_Five Content Category_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 noChangeAspect="1"/>
          </p:cNvSpPr>
          <p:nvPr>
            <p:ph type="title"/>
          </p:nvPr>
        </p:nvSpPr>
        <p:spPr>
          <a:xfrm>
            <a:off x="134166" y="307910"/>
            <a:ext cx="4448344" cy="1290638"/>
          </a:xfrm>
          <a:noFill/>
        </p:spPr>
        <p:txBody>
          <a:bodyPr>
            <a:normAutofit/>
          </a:bodyPr>
          <a:lstStyle>
            <a:lvl1pPr algn="l">
              <a:defRPr sz="3800" baseline="0">
                <a:solidFill>
                  <a:schemeClr val="accent2"/>
                </a:solidFill>
                <a:latin typeface="Franklin Gothic Book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Content Placeholder 2"/>
          <p:cNvSpPr>
            <a:spLocks noGrp="1" noChangeAspect="1"/>
          </p:cNvSpPr>
          <p:nvPr>
            <p:ph idx="1"/>
          </p:nvPr>
        </p:nvSpPr>
        <p:spPr>
          <a:xfrm>
            <a:off x="4756150" y="307911"/>
            <a:ext cx="4251216" cy="4087033"/>
          </a:xfrm>
        </p:spPr>
        <p:txBody>
          <a:bodyPr>
            <a:normAutofit/>
          </a:bodyPr>
          <a:lstStyle>
            <a:lvl1pPr marL="342891" indent="-342891">
              <a:spcBef>
                <a:spcPts val="0"/>
              </a:spcBef>
              <a:buFont typeface="Arial" panose="020B0604020202020204" pitchFamily="34" charset="0"/>
              <a:buChar char="•"/>
              <a:defRPr sz="2200" baseline="0">
                <a:solidFill>
                  <a:schemeClr val="tx1"/>
                </a:solidFill>
                <a:latin typeface="Franklin Gothic Book"/>
              </a:defRPr>
            </a:lvl1pPr>
            <a:lvl2pPr marL="342891" indent="-342891">
              <a:spcBef>
                <a:spcPts val="0"/>
              </a:spcBef>
              <a:buFont typeface="Arial" panose="020B0604020202020204" pitchFamily="34" charset="0"/>
              <a:buChar char="•"/>
              <a:defRPr sz="2200" baseline="0">
                <a:solidFill>
                  <a:schemeClr val="tx1"/>
                </a:solidFill>
                <a:latin typeface="Franklin Gothic Book"/>
              </a:defRPr>
            </a:lvl2pPr>
            <a:lvl3pPr marL="0" indent="0">
              <a:spcBef>
                <a:spcPts val="0"/>
              </a:spcBef>
              <a:buFontTx/>
              <a:buNone/>
              <a:defRPr sz="2200" baseline="0">
                <a:solidFill>
                  <a:schemeClr val="tx1"/>
                </a:solidFill>
                <a:latin typeface="Franklin Gothic Book"/>
              </a:defRPr>
            </a:lvl3pPr>
            <a:lvl4pPr marL="682608" indent="-342891">
              <a:spcBef>
                <a:spcPts val="0"/>
              </a:spcBef>
              <a:buFont typeface="Arial" panose="020B0604020202020204" pitchFamily="34" charset="0"/>
              <a:buChar char="•"/>
              <a:defRPr sz="2000" baseline="0">
                <a:solidFill>
                  <a:schemeClr val="tx1"/>
                </a:solidFill>
                <a:latin typeface="Franklin Gothic Book"/>
              </a:defRPr>
            </a:lvl4pPr>
            <a:lvl5pPr marL="0" indent="0">
              <a:spcBef>
                <a:spcPts val="0"/>
              </a:spcBef>
              <a:buFontTx/>
              <a:buNone/>
              <a:defRPr sz="2200" baseline="0">
                <a:solidFill>
                  <a:schemeClr val="tx1"/>
                </a:solidFill>
                <a:latin typeface="Franklin Gothic Book"/>
              </a:defRPr>
            </a:lvl5pPr>
            <a:lvl6pPr marL="914377" indent="-228594">
              <a:defRPr sz="1800">
                <a:latin typeface="Franklin Gothic Book" panose="020B0503020102020204" pitchFamily="34" charset="0"/>
              </a:defRPr>
            </a:lvl6pPr>
          </a:lstStyle>
          <a:p>
            <a:pPr lvl="0"/>
            <a:r>
              <a:rPr lang="en-US" dirty="0"/>
              <a:t>Edit Master text styles</a:t>
            </a:r>
          </a:p>
          <a:p>
            <a:pPr lvl="3"/>
            <a:r>
              <a:rPr lang="en-US" dirty="0"/>
              <a:t>Second level</a:t>
            </a:r>
          </a:p>
          <a:p>
            <a:pPr lvl="5"/>
            <a:r>
              <a:rPr lang="en-US" dirty="0"/>
              <a:t>Third level</a:t>
            </a:r>
          </a:p>
        </p:txBody>
      </p:sp>
      <p:sp>
        <p:nvSpPr>
          <p:cNvPr id="10" name="Text Placeholder 32"/>
          <p:cNvSpPr>
            <a:spLocks noGrp="1"/>
          </p:cNvSpPr>
          <p:nvPr>
            <p:ph type="body" sz="quarter" idx="26"/>
          </p:nvPr>
        </p:nvSpPr>
        <p:spPr>
          <a:xfrm>
            <a:off x="323850" y="1686360"/>
            <a:ext cx="4258660" cy="541299"/>
          </a:xfrm>
        </p:spPr>
        <p:txBody>
          <a:bodyPr/>
          <a:lstStyle>
            <a:lvl1pPr marL="0" indent="0">
              <a:buNone/>
              <a:defRPr sz="1800" b="0">
                <a:latin typeface="Franklin Gothic Book" panose="020B0503020102020204" pitchFamily="34" charset="0"/>
              </a:defRPr>
            </a:lvl1pPr>
            <a:lvl2pPr marL="285744" indent="-285744">
              <a:buFont typeface="Arial" panose="020B0604020202020204" pitchFamily="34" charset="0"/>
              <a:buChar char="•"/>
              <a:defRPr sz="1400">
                <a:latin typeface="Franklin Gothic Book" panose="020B0503020102020204" pitchFamily="34" charset="0"/>
              </a:defRPr>
            </a:lvl2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2" name="Rectangle 11"/>
          <p:cNvSpPr>
            <a:spLocks/>
          </p:cNvSpPr>
          <p:nvPr userDrawn="1"/>
        </p:nvSpPr>
        <p:spPr>
          <a:xfrm>
            <a:off x="139656" y="1686360"/>
            <a:ext cx="45719" cy="548640"/>
          </a:xfrm>
          <a:prstGeom prst="rect">
            <a:avLst/>
          </a:prstGeom>
          <a:solidFill>
            <a:schemeClr val="tx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3" name="Text Placeholder 32"/>
          <p:cNvSpPr>
            <a:spLocks noGrp="1"/>
          </p:cNvSpPr>
          <p:nvPr>
            <p:ph type="body" sz="quarter" idx="27"/>
          </p:nvPr>
        </p:nvSpPr>
        <p:spPr>
          <a:xfrm>
            <a:off x="323850" y="2402858"/>
            <a:ext cx="4258660" cy="551323"/>
          </a:xfrm>
        </p:spPr>
        <p:txBody>
          <a:bodyPr/>
          <a:lstStyle>
            <a:lvl1pPr marL="0" indent="0">
              <a:buNone/>
              <a:defRPr sz="1800" b="0">
                <a:latin typeface="Franklin Gothic Book" panose="020B0503020102020204" pitchFamily="34" charset="0"/>
              </a:defRPr>
            </a:lvl1pPr>
            <a:lvl2pPr marL="285744" indent="-285744">
              <a:buFont typeface="Arial" panose="020B0604020202020204" pitchFamily="34" charset="0"/>
              <a:buChar char="•"/>
              <a:defRPr sz="1400">
                <a:latin typeface="Franklin Gothic Book" panose="020B0503020102020204" pitchFamily="34" charset="0"/>
              </a:defRPr>
            </a:lvl2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4" name="Rectangle 13"/>
          <p:cNvSpPr>
            <a:spLocks/>
          </p:cNvSpPr>
          <p:nvPr userDrawn="1"/>
        </p:nvSpPr>
        <p:spPr>
          <a:xfrm>
            <a:off x="139655" y="2405541"/>
            <a:ext cx="45719" cy="548640"/>
          </a:xfrm>
          <a:prstGeom prst="rect">
            <a:avLst/>
          </a:prstGeom>
          <a:solidFill>
            <a:schemeClr val="tx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6" name="Text Placeholder 32"/>
          <p:cNvSpPr>
            <a:spLocks noGrp="1"/>
          </p:cNvSpPr>
          <p:nvPr>
            <p:ph type="body" sz="quarter" idx="28"/>
          </p:nvPr>
        </p:nvSpPr>
        <p:spPr>
          <a:xfrm>
            <a:off x="323850" y="3124722"/>
            <a:ext cx="4258660" cy="548640"/>
          </a:xfrm>
        </p:spPr>
        <p:txBody>
          <a:bodyPr/>
          <a:lstStyle>
            <a:lvl1pPr marL="0" indent="0">
              <a:buNone/>
              <a:defRPr sz="1800" b="0">
                <a:latin typeface="Franklin Gothic Book" panose="020B0503020102020204" pitchFamily="34" charset="0"/>
              </a:defRPr>
            </a:lvl1pPr>
            <a:lvl2pPr marL="342891" indent="-342891">
              <a:buFont typeface="Arial" panose="020B0604020202020204" pitchFamily="34" charset="0"/>
              <a:buChar char="•"/>
              <a:defRPr sz="1400">
                <a:latin typeface="Franklin Gothic Book" panose="020B0503020102020204" pitchFamily="34" charset="0"/>
              </a:defRPr>
            </a:lvl2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8" name="Rectangle 17"/>
          <p:cNvSpPr>
            <a:spLocks/>
          </p:cNvSpPr>
          <p:nvPr userDrawn="1"/>
        </p:nvSpPr>
        <p:spPr>
          <a:xfrm>
            <a:off x="139654" y="3124722"/>
            <a:ext cx="45719" cy="548640"/>
          </a:xfrm>
          <a:prstGeom prst="rect">
            <a:avLst/>
          </a:prstGeom>
          <a:solidFill>
            <a:schemeClr val="tx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9" name="Text Placeholder 32"/>
          <p:cNvSpPr>
            <a:spLocks noGrp="1"/>
          </p:cNvSpPr>
          <p:nvPr>
            <p:ph type="body" sz="quarter" idx="29"/>
          </p:nvPr>
        </p:nvSpPr>
        <p:spPr>
          <a:xfrm>
            <a:off x="323850" y="3848561"/>
            <a:ext cx="4258660" cy="546383"/>
          </a:xfrm>
        </p:spPr>
        <p:txBody>
          <a:bodyPr/>
          <a:lstStyle>
            <a:lvl1pPr marL="0" indent="0">
              <a:buNone/>
              <a:defRPr sz="1800" b="0">
                <a:latin typeface="Franklin Gothic Book" panose="020B0503020102020204" pitchFamily="34" charset="0"/>
              </a:defRPr>
            </a:lvl1pPr>
            <a:lvl2pPr marL="342891" indent="-342891">
              <a:buFont typeface="Arial" panose="020B0604020202020204" pitchFamily="34" charset="0"/>
              <a:buChar char="•"/>
              <a:defRPr sz="1400">
                <a:latin typeface="Franklin Gothic Book" panose="020B0503020102020204" pitchFamily="34" charset="0"/>
              </a:defRPr>
            </a:lvl2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20" name="Rectangle 19"/>
          <p:cNvSpPr>
            <a:spLocks/>
          </p:cNvSpPr>
          <p:nvPr userDrawn="1"/>
        </p:nvSpPr>
        <p:spPr>
          <a:xfrm>
            <a:off x="134166" y="3846304"/>
            <a:ext cx="45719" cy="548640"/>
          </a:xfrm>
          <a:prstGeom prst="rect">
            <a:avLst/>
          </a:prstGeom>
          <a:solidFill>
            <a:schemeClr val="tx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21" name="Picture 20" descr="ThinShearedLines_BlueRedYellow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03200"/>
            <a:ext cx="9144000" cy="79248"/>
          </a:xfrm>
          <a:prstGeom prst="rect">
            <a:avLst/>
          </a:prstGeom>
        </p:spPr>
      </p:pic>
      <p:sp>
        <p:nvSpPr>
          <p:cNvPr id="24" name="Rectangle 23"/>
          <p:cNvSpPr/>
          <p:nvPr userDrawn="1"/>
        </p:nvSpPr>
        <p:spPr>
          <a:xfrm>
            <a:off x="0" y="4477672"/>
            <a:ext cx="9144000" cy="665828"/>
          </a:xfrm>
          <a:prstGeom prst="rect">
            <a:avLst/>
          </a:prstGeom>
          <a:solidFill>
            <a:schemeClr val="tx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5" name="Picture 24" descr="DenverLogo_4C_Rev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850" y="4591050"/>
            <a:ext cx="1270000" cy="424106"/>
          </a:xfrm>
          <a:prstGeom prst="rect">
            <a:avLst/>
          </a:prstGeom>
        </p:spPr>
      </p:pic>
      <p:pic>
        <p:nvPicPr>
          <p:cNvPr id="26" name="Picture 25" descr="ConnectWithUs_YellowWhite.png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6150" y="4706430"/>
            <a:ext cx="4029456" cy="219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179556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7_Multi Content_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 noChangeAspect="1"/>
          </p:cNvSpPr>
          <p:nvPr>
            <p:ph type="title"/>
          </p:nvPr>
        </p:nvSpPr>
        <p:spPr>
          <a:xfrm>
            <a:off x="401934" y="209138"/>
            <a:ext cx="4138243" cy="1153367"/>
          </a:xfrm>
        </p:spPr>
        <p:txBody>
          <a:bodyPr>
            <a:normAutofit/>
          </a:bodyPr>
          <a:lstStyle>
            <a:lvl1pPr algn="l">
              <a:defRPr sz="3800" baseline="0">
                <a:solidFill>
                  <a:schemeClr val="accent2"/>
                </a:solidFill>
                <a:latin typeface="Franklin Gothic Book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7"/>
          </p:nvPr>
        </p:nvSpPr>
        <p:spPr>
          <a:xfrm>
            <a:off x="4699840" y="209138"/>
            <a:ext cx="3993662" cy="4198316"/>
          </a:xfrm>
        </p:spPr>
        <p:txBody>
          <a:bodyPr>
            <a:normAutofit/>
          </a:bodyPr>
          <a:lstStyle>
            <a:lvl1pPr>
              <a:defRPr sz="2400">
                <a:latin typeface="Franklin Gothic Book" panose="020B0503020102020204" pitchFamily="34" charset="0"/>
              </a:defRPr>
            </a:lvl1pPr>
            <a:lvl2pPr marL="742932" indent="-285744">
              <a:buFont typeface="Courier New" panose="02070309020205020404" pitchFamily="49" charset="0"/>
              <a:buChar char="o"/>
              <a:defRPr sz="2000"/>
            </a:lvl2pPr>
            <a:lvl3pPr marL="1143000" indent="-228600">
              <a:buFont typeface="Arial" panose="020B0604020202020204" pitchFamily="34" charset="0"/>
              <a:buChar char="•"/>
              <a:defRPr sz="1800"/>
            </a:lvl3pPr>
            <a:lvl4pPr marL="1600200" indent="-228600">
              <a:buFont typeface="Courier New" panose="02070309020205020404" pitchFamily="49" charset="0"/>
              <a:buChar char="o"/>
              <a:defRPr sz="1600"/>
            </a:lvl4pPr>
            <a:lvl5pPr marL="2057400" indent="-228600">
              <a:buFont typeface="Arial" panose="020B0604020202020204" pitchFamily="34" charset="0"/>
              <a:buChar char="•"/>
              <a:defRPr sz="14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3" name="Picture 12" descr="ThinShearedLines_BlueRedYellow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401934" y="1362501"/>
            <a:ext cx="4138244" cy="83484"/>
          </a:xfrm>
          <a:prstGeom prst="rect">
            <a:avLst/>
          </a:prstGeom>
        </p:spPr>
      </p:pic>
      <p:sp>
        <p:nvSpPr>
          <p:cNvPr id="14" name="Content Placeholder 3"/>
          <p:cNvSpPr>
            <a:spLocks noGrp="1"/>
          </p:cNvSpPr>
          <p:nvPr>
            <p:ph sz="quarter" idx="18"/>
          </p:nvPr>
        </p:nvSpPr>
        <p:spPr>
          <a:xfrm>
            <a:off x="401934" y="1666708"/>
            <a:ext cx="4138243" cy="2740746"/>
          </a:xfrm>
        </p:spPr>
        <p:txBody>
          <a:bodyPr>
            <a:normAutofit/>
          </a:bodyPr>
          <a:lstStyle>
            <a:lvl1pPr>
              <a:defRPr sz="2400">
                <a:latin typeface="Franklin Gothic Book" panose="020B0503020102020204" pitchFamily="34" charset="0"/>
              </a:defRPr>
            </a:lvl1pPr>
            <a:lvl2pPr marL="742932" indent="-285744">
              <a:buFont typeface="Courier New" panose="02070309020205020404" pitchFamily="49" charset="0"/>
              <a:buChar char="o"/>
              <a:defRPr sz="2000"/>
            </a:lvl2pPr>
            <a:lvl3pPr marL="1143000" indent="-228600">
              <a:buFont typeface="Arial" panose="020B0604020202020204" pitchFamily="34" charset="0"/>
              <a:buChar char="•"/>
              <a:defRPr sz="1800"/>
            </a:lvl3pPr>
            <a:lvl4pPr marL="1600200" indent="-228600">
              <a:buFont typeface="Courier New" panose="02070309020205020404" pitchFamily="49" charset="0"/>
              <a:buChar char="o"/>
              <a:defRPr sz="1600"/>
            </a:lvl4pPr>
            <a:lvl5pPr marL="2057400" indent="-228600">
              <a:buFont typeface="Arial" panose="020B0604020202020204" pitchFamily="34" charset="0"/>
              <a:buChar char="•"/>
              <a:defRPr sz="14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Rectangle 10"/>
          <p:cNvSpPr/>
          <p:nvPr userDrawn="1"/>
        </p:nvSpPr>
        <p:spPr>
          <a:xfrm>
            <a:off x="0" y="4477672"/>
            <a:ext cx="9144000" cy="665828"/>
          </a:xfrm>
          <a:prstGeom prst="rect">
            <a:avLst/>
          </a:prstGeom>
          <a:solidFill>
            <a:schemeClr val="tx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 descr="DenverLogo_4C_Rev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850" y="4591050"/>
            <a:ext cx="1270000" cy="424106"/>
          </a:xfrm>
          <a:prstGeom prst="rect">
            <a:avLst/>
          </a:prstGeom>
        </p:spPr>
      </p:pic>
      <p:pic>
        <p:nvPicPr>
          <p:cNvPr id="17" name="Picture 16" descr="ConnectWithUs_YellowWhite.png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6150" y="4706430"/>
            <a:ext cx="4029456" cy="219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650343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8_Three Boxed Content_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-1" y="0"/>
            <a:ext cx="9144000" cy="1602031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45931" y="311144"/>
            <a:ext cx="7252137" cy="967979"/>
          </a:xfrm>
        </p:spPr>
        <p:txBody>
          <a:bodyPr>
            <a:normAutofit/>
          </a:bodyPr>
          <a:lstStyle>
            <a:lvl1pPr algn="ctr">
              <a:defRPr sz="3800" baseline="0">
                <a:solidFill>
                  <a:schemeClr val="bg1"/>
                </a:solidFill>
                <a:latin typeface="Franklin Gothic Book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18" name="Picture 17" descr="ThinShearedLines_BlueRedYellow.png"/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5932" y="1292616"/>
            <a:ext cx="7252137" cy="85507"/>
          </a:xfrm>
          <a:prstGeom prst="rect">
            <a:avLst/>
          </a:prstGeom>
        </p:spPr>
      </p:pic>
      <p:sp>
        <p:nvSpPr>
          <p:cNvPr id="19" name="Text Placeholder 23"/>
          <p:cNvSpPr>
            <a:spLocks noGrp="1" noChangeAspect="1"/>
          </p:cNvSpPr>
          <p:nvPr>
            <p:ph type="body" sz="quarter" idx="13"/>
            <p:custDataLst>
              <p:tags r:id="rId1"/>
            </p:custDataLst>
          </p:nvPr>
        </p:nvSpPr>
        <p:spPr>
          <a:xfrm>
            <a:off x="124157" y="2290138"/>
            <a:ext cx="2743200" cy="2114948"/>
          </a:xfrm>
        </p:spPr>
        <p:txBody>
          <a:bodyPr>
            <a:normAutofit/>
          </a:bodyPr>
          <a:lstStyle>
            <a:lvl1pPr>
              <a:defRPr sz="2000">
                <a:latin typeface="Franklin Gothic Book" panose="020B0503020102020204" pitchFamily="34" charset="0"/>
              </a:defRPr>
            </a:lvl1pPr>
            <a:lvl2pPr marL="742932" indent="-285744">
              <a:buFont typeface="Courier New" panose="02070309020205020404" pitchFamily="49" charset="0"/>
              <a:buChar char="o"/>
              <a:defRPr sz="1800">
                <a:latin typeface="Franklin Gothic Book" panose="020B0503020102020204" pitchFamily="34" charset="0"/>
              </a:defRPr>
            </a:lvl2pPr>
            <a:lvl3pPr marL="1200121" indent="-285744">
              <a:buFont typeface="Courier New" panose="02070309020205020404" pitchFamily="49" charset="0"/>
              <a:buChar char="o"/>
              <a:defRPr sz="1600">
                <a:latin typeface="Franklin Gothic Book" panose="020B0503020102020204" pitchFamily="34" charset="0"/>
              </a:defRPr>
            </a:lvl3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0" name="Text Placeholder 23"/>
          <p:cNvSpPr>
            <a:spLocks noGrp="1" noChangeAspect="1"/>
          </p:cNvSpPr>
          <p:nvPr>
            <p:ph type="body" sz="quarter" idx="14"/>
            <p:custDataLst>
              <p:tags r:id="rId2"/>
            </p:custDataLst>
          </p:nvPr>
        </p:nvSpPr>
        <p:spPr>
          <a:xfrm>
            <a:off x="3224541" y="2290138"/>
            <a:ext cx="2743200" cy="2114948"/>
          </a:xfrm>
        </p:spPr>
        <p:txBody>
          <a:bodyPr>
            <a:normAutofit/>
          </a:bodyPr>
          <a:lstStyle>
            <a:lvl1pPr>
              <a:defRPr sz="2000">
                <a:latin typeface="Franklin Gothic Book" panose="020B0503020102020204" pitchFamily="34" charset="0"/>
              </a:defRPr>
            </a:lvl1pPr>
            <a:lvl2pPr marL="742932" indent="-285744">
              <a:buFont typeface="Courier New" panose="02070309020205020404" pitchFamily="49" charset="0"/>
              <a:buChar char="o"/>
              <a:defRPr sz="1800">
                <a:latin typeface="Franklin Gothic Book" panose="020B0503020102020204" pitchFamily="34" charset="0"/>
              </a:defRPr>
            </a:lvl2pPr>
            <a:lvl3pPr marL="1200121" indent="-285744">
              <a:buFont typeface="Courier New" panose="02070309020205020404" pitchFamily="49" charset="0"/>
              <a:buChar char="o"/>
              <a:defRPr sz="1600">
                <a:latin typeface="Franklin Gothic Book" panose="020B0503020102020204" pitchFamily="34" charset="0"/>
              </a:defRPr>
            </a:lvl3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1" name="Text Placeholder 23"/>
          <p:cNvSpPr>
            <a:spLocks noGrp="1" noChangeAspect="1"/>
          </p:cNvSpPr>
          <p:nvPr>
            <p:ph type="body" sz="quarter" idx="16"/>
            <p:custDataLst>
              <p:tags r:id="rId3"/>
            </p:custDataLst>
          </p:nvPr>
        </p:nvSpPr>
        <p:spPr>
          <a:xfrm>
            <a:off x="6288854" y="2290138"/>
            <a:ext cx="2743200" cy="2114948"/>
          </a:xfrm>
        </p:spPr>
        <p:txBody>
          <a:bodyPr>
            <a:normAutofit/>
          </a:bodyPr>
          <a:lstStyle>
            <a:lvl1pPr>
              <a:defRPr sz="2000">
                <a:latin typeface="Franklin Gothic Book" panose="020B0503020102020204" pitchFamily="34" charset="0"/>
              </a:defRPr>
            </a:lvl1pPr>
            <a:lvl2pPr marL="742932" indent="-285744">
              <a:buFont typeface="Courier New" panose="02070309020205020404" pitchFamily="49" charset="0"/>
              <a:buChar char="o"/>
              <a:defRPr sz="1800">
                <a:latin typeface="Franklin Gothic Book" panose="020B0503020102020204" pitchFamily="34" charset="0"/>
              </a:defRPr>
            </a:lvl2pPr>
            <a:lvl3pPr marL="1142971" indent="-228594">
              <a:buFont typeface="Courier New" panose="02070309020205020404" pitchFamily="49" charset="0"/>
              <a:buChar char="o"/>
              <a:defRPr sz="1600">
                <a:latin typeface="Franklin Gothic Book" panose="020B0503020102020204" pitchFamily="34" charset="0"/>
              </a:defRPr>
            </a:lvl3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2" name="Text Placeholder 9"/>
          <p:cNvSpPr>
            <a:spLocks noGrp="1" noChangeAspect="1"/>
          </p:cNvSpPr>
          <p:nvPr>
            <p:ph type="body" sz="quarter" idx="17"/>
          </p:nvPr>
        </p:nvSpPr>
        <p:spPr>
          <a:xfrm>
            <a:off x="347995" y="1722608"/>
            <a:ext cx="2295525" cy="504825"/>
          </a:xfrm>
          <a:solidFill>
            <a:schemeClr val="accent1"/>
          </a:solidFill>
        </p:spPr>
        <p:txBody>
          <a:bodyPr>
            <a:noAutofit/>
          </a:bodyPr>
          <a:lstStyle>
            <a:lvl1pPr marL="0" indent="0" algn="ctr">
              <a:buNone/>
              <a:defRPr sz="2000" b="1">
                <a:solidFill>
                  <a:schemeClr val="bg1"/>
                </a:solidFill>
                <a:latin typeface="Franklin Gothic Book" panose="020B0503020102020204" pitchFamily="34" charset="0"/>
              </a:defRPr>
            </a:lvl1pPr>
            <a:lvl5pPr marL="1828754" indent="0">
              <a:buNone/>
              <a:defRPr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23" name="Text Placeholder 9"/>
          <p:cNvSpPr>
            <a:spLocks noGrp="1" noChangeAspect="1"/>
          </p:cNvSpPr>
          <p:nvPr>
            <p:ph type="body" sz="quarter" idx="18"/>
          </p:nvPr>
        </p:nvSpPr>
        <p:spPr>
          <a:xfrm>
            <a:off x="3448379" y="1722278"/>
            <a:ext cx="2295525" cy="504825"/>
          </a:xfrm>
          <a:solidFill>
            <a:schemeClr val="accent2"/>
          </a:solidFill>
        </p:spPr>
        <p:txBody>
          <a:bodyPr>
            <a:noAutofit/>
          </a:bodyPr>
          <a:lstStyle>
            <a:lvl1pPr marL="0" indent="0" algn="ctr">
              <a:buNone/>
              <a:defRPr sz="2000" b="1">
                <a:solidFill>
                  <a:schemeClr val="bg1"/>
                </a:solidFill>
                <a:latin typeface="Franklin Gothic Book" panose="020B0503020102020204" pitchFamily="34" charset="0"/>
              </a:defRPr>
            </a:lvl1pPr>
            <a:lvl5pPr marL="1828754" indent="0">
              <a:buNone/>
              <a:defRPr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24" name="Text Placeholder 9"/>
          <p:cNvSpPr>
            <a:spLocks noGrp="1" noChangeAspect="1"/>
          </p:cNvSpPr>
          <p:nvPr>
            <p:ph type="body" sz="quarter" idx="19"/>
          </p:nvPr>
        </p:nvSpPr>
        <p:spPr>
          <a:xfrm>
            <a:off x="6512693" y="1722277"/>
            <a:ext cx="2295525" cy="504825"/>
          </a:xfrm>
          <a:solidFill>
            <a:schemeClr val="accent4"/>
          </a:solidFill>
        </p:spPr>
        <p:txBody>
          <a:bodyPr>
            <a:noAutofit/>
          </a:bodyPr>
          <a:lstStyle>
            <a:lvl1pPr marL="0" indent="0" algn="ctr">
              <a:buNone/>
              <a:defRPr sz="2000" b="1">
                <a:solidFill>
                  <a:schemeClr val="bg1"/>
                </a:solidFill>
                <a:latin typeface="Franklin Gothic Book" panose="020B0503020102020204" pitchFamily="34" charset="0"/>
              </a:defRPr>
            </a:lvl1pPr>
            <a:lvl5pPr marL="1828754" indent="0">
              <a:buNone/>
              <a:defRPr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5" name="Rectangle 14"/>
          <p:cNvSpPr/>
          <p:nvPr userDrawn="1"/>
        </p:nvSpPr>
        <p:spPr>
          <a:xfrm>
            <a:off x="0" y="4477672"/>
            <a:ext cx="9144000" cy="665828"/>
          </a:xfrm>
          <a:prstGeom prst="rect">
            <a:avLst/>
          </a:prstGeom>
          <a:solidFill>
            <a:schemeClr val="tx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6" name="Picture 25" descr="DenverLogo_4C_Rev.png"/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850" y="4591050"/>
            <a:ext cx="1270000" cy="424106"/>
          </a:xfrm>
          <a:prstGeom prst="rect">
            <a:avLst/>
          </a:prstGeom>
        </p:spPr>
      </p:pic>
      <p:pic>
        <p:nvPicPr>
          <p:cNvPr id="27" name="Picture 26" descr="ConnectWithUs_YellowWhite.png"/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6150" y="4706430"/>
            <a:ext cx="4029456" cy="219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489818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9_Transition Slide and Content_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3"/>
          <p:cNvSpPr>
            <a:spLocks noGrp="1"/>
          </p:cNvSpPr>
          <p:nvPr>
            <p:ph sz="quarter" idx="17"/>
          </p:nvPr>
        </p:nvSpPr>
        <p:spPr>
          <a:xfrm>
            <a:off x="5359781" y="209138"/>
            <a:ext cx="3425825" cy="3835050"/>
          </a:xfrm>
        </p:spPr>
        <p:txBody>
          <a:bodyPr>
            <a:normAutofit/>
          </a:bodyPr>
          <a:lstStyle>
            <a:lvl1pPr>
              <a:defRPr sz="2400">
                <a:latin typeface="Franklin Gothic Book" panose="020B0503020102020204" pitchFamily="34" charset="0"/>
              </a:defRPr>
            </a:lvl1pPr>
            <a:lvl2pPr marL="742932" indent="-285744">
              <a:buFont typeface="Arial" panose="020B0604020202020204" pitchFamily="34" charset="0"/>
              <a:buChar char="•"/>
              <a:defRPr sz="1800"/>
            </a:lvl2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pic>
        <p:nvPicPr>
          <p:cNvPr id="13" name="Picture 12" descr="ThinShearedLines_BlueRedYellow.png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612775" y="2869858"/>
            <a:ext cx="4572000" cy="79483"/>
          </a:xfrm>
          <a:prstGeom prst="rect">
            <a:avLst/>
          </a:prstGeom>
        </p:spPr>
      </p:pic>
      <p:sp>
        <p:nvSpPr>
          <p:cNvPr id="19" name="Title 1"/>
          <p:cNvSpPr>
            <a:spLocks noGrp="1" noChangeAspect="1"/>
          </p:cNvSpPr>
          <p:nvPr>
            <p:ph type="title"/>
          </p:nvPr>
        </p:nvSpPr>
        <p:spPr>
          <a:xfrm>
            <a:off x="612775" y="1661160"/>
            <a:ext cx="4572000" cy="1153367"/>
          </a:xfrm>
        </p:spPr>
        <p:txBody>
          <a:bodyPr>
            <a:normAutofit/>
          </a:bodyPr>
          <a:lstStyle>
            <a:lvl1pPr algn="l">
              <a:defRPr sz="3800" baseline="0">
                <a:solidFill>
                  <a:schemeClr val="accent2"/>
                </a:solidFill>
                <a:latin typeface="Franklin Gothic Book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0" name="Text Placeholder 1"/>
          <p:cNvSpPr>
            <a:spLocks noGrp="1" noChangeAspect="1"/>
          </p:cNvSpPr>
          <p:nvPr>
            <p:ph type="body" sz="quarter" idx="14"/>
            <p:custDataLst>
              <p:tags r:id="rId1"/>
            </p:custDataLst>
          </p:nvPr>
        </p:nvSpPr>
        <p:spPr>
          <a:xfrm>
            <a:off x="612775" y="3487960"/>
            <a:ext cx="4572000" cy="556228"/>
          </a:xfrm>
        </p:spPr>
        <p:txBody>
          <a:bodyPr>
            <a:normAutofit/>
          </a:bodyPr>
          <a:lstStyle>
            <a:lvl1pPr marL="0" indent="0">
              <a:buNone/>
              <a:defRPr sz="2200">
                <a:latin typeface="Franklin Gothic Book" panose="020B05030201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21" name="Text Placeholder 2"/>
          <p:cNvSpPr>
            <a:spLocks noGrp="1" noChangeAspect="1"/>
          </p:cNvSpPr>
          <p:nvPr>
            <p:ph type="body" sz="quarter" idx="16"/>
            <p:custDataLst>
              <p:tags r:id="rId2"/>
            </p:custDataLst>
          </p:nvPr>
        </p:nvSpPr>
        <p:spPr>
          <a:xfrm>
            <a:off x="612775" y="3008491"/>
            <a:ext cx="4572000" cy="424138"/>
          </a:xfrm>
        </p:spPr>
        <p:txBody>
          <a:bodyPr>
            <a:noAutofit/>
          </a:bodyPr>
          <a:lstStyle>
            <a:lvl1pPr marL="0" indent="0">
              <a:buNone/>
              <a:defRPr sz="2200">
                <a:latin typeface="Franklin Gothic Book" panose="020B05030201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8" name="Rectangle 17"/>
          <p:cNvSpPr/>
          <p:nvPr userDrawn="1"/>
        </p:nvSpPr>
        <p:spPr>
          <a:xfrm>
            <a:off x="0" y="4477672"/>
            <a:ext cx="9144000" cy="665828"/>
          </a:xfrm>
          <a:prstGeom prst="rect">
            <a:avLst/>
          </a:prstGeom>
          <a:solidFill>
            <a:schemeClr val="tx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2" name="Picture 21" descr="DenverLogo_4C_Rev.png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850" y="4591050"/>
            <a:ext cx="1270000" cy="424106"/>
          </a:xfrm>
          <a:prstGeom prst="rect">
            <a:avLst/>
          </a:prstGeom>
        </p:spPr>
      </p:pic>
      <p:pic>
        <p:nvPicPr>
          <p:cNvPr id="23" name="Picture 22" descr="ConnectWithUs_YellowWhite.png"/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6150" y="4706430"/>
            <a:ext cx="4029456" cy="219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062062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Single Content Banner_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 userDrawn="1"/>
        </p:nvSpPr>
        <p:spPr>
          <a:xfrm>
            <a:off x="0" y="4477672"/>
            <a:ext cx="9144000" cy="665828"/>
          </a:xfrm>
          <a:prstGeom prst="rect">
            <a:avLst/>
          </a:prstGeom>
          <a:solidFill>
            <a:schemeClr val="tx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 descr="HeaderBar_BlueRedYellow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118136"/>
            <a:ext cx="9144000" cy="438912"/>
          </a:xfrm>
          <a:prstGeom prst="rect">
            <a:avLst/>
          </a:prstGeom>
        </p:spPr>
      </p:pic>
      <p:pic>
        <p:nvPicPr>
          <p:cNvPr id="12" name="Picture 11" descr="DenverLogo_4C_Rev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850" y="4591050"/>
            <a:ext cx="1270000" cy="424106"/>
          </a:xfrm>
          <a:prstGeom prst="rect">
            <a:avLst/>
          </a:prstGeom>
        </p:spPr>
      </p:pic>
      <p:pic>
        <p:nvPicPr>
          <p:cNvPr id="13" name="Picture 12" descr="ConnectWithUs_YellowWhite.png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6150" y="4706430"/>
            <a:ext cx="4029456" cy="219456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1238250" y="798512"/>
            <a:ext cx="6858000" cy="967979"/>
          </a:xfrm>
        </p:spPr>
        <p:txBody>
          <a:bodyPr>
            <a:normAutofit/>
          </a:bodyPr>
          <a:lstStyle>
            <a:lvl1pPr algn="l">
              <a:defRPr sz="3800" baseline="0">
                <a:solidFill>
                  <a:schemeClr val="accent2"/>
                </a:solidFill>
                <a:latin typeface="Franklin Gothic Book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5" name="Content Placeholder 2"/>
          <p:cNvSpPr>
            <a:spLocks noGrp="1"/>
          </p:cNvSpPr>
          <p:nvPr>
            <p:ph idx="1"/>
          </p:nvPr>
        </p:nvSpPr>
        <p:spPr>
          <a:xfrm>
            <a:off x="1238250" y="1960469"/>
            <a:ext cx="6858000" cy="1681163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2200" baseline="0">
                <a:solidFill>
                  <a:schemeClr val="tx1"/>
                </a:solidFill>
                <a:latin typeface="Franklin Gothic Book"/>
              </a:defRPr>
            </a:lvl1pPr>
            <a:lvl2pPr marL="0" indent="0">
              <a:spcBef>
                <a:spcPts val="0"/>
              </a:spcBef>
              <a:buFontTx/>
              <a:buNone/>
              <a:defRPr sz="2200" baseline="0">
                <a:solidFill>
                  <a:schemeClr val="tx1"/>
                </a:solidFill>
                <a:latin typeface="Franklin Gothic Book"/>
              </a:defRPr>
            </a:lvl2pPr>
            <a:lvl3pPr marL="0" indent="0">
              <a:spcBef>
                <a:spcPts val="0"/>
              </a:spcBef>
              <a:buFontTx/>
              <a:buNone/>
              <a:defRPr sz="2200" baseline="0">
                <a:solidFill>
                  <a:schemeClr val="tx1"/>
                </a:solidFill>
                <a:latin typeface="Franklin Gothic Book"/>
              </a:defRPr>
            </a:lvl3pPr>
            <a:lvl4pPr marL="0" indent="0">
              <a:spcBef>
                <a:spcPts val="0"/>
              </a:spcBef>
              <a:buFontTx/>
              <a:buNone/>
              <a:defRPr sz="2200" baseline="0">
                <a:solidFill>
                  <a:schemeClr val="tx1"/>
                </a:solidFill>
                <a:latin typeface="Franklin Gothic Book"/>
              </a:defRPr>
            </a:lvl4pPr>
            <a:lvl5pPr marL="0" indent="0">
              <a:spcBef>
                <a:spcPts val="0"/>
              </a:spcBef>
              <a:buFontTx/>
              <a:buNone/>
              <a:defRPr sz="2200" baseline="0">
                <a:solidFill>
                  <a:schemeClr val="tx1"/>
                </a:solidFill>
                <a:latin typeface="Franklin Gothic Book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 </a:t>
            </a:r>
          </a:p>
        </p:txBody>
      </p:sp>
    </p:spTree>
    <p:extLst>
      <p:ext uri="{BB962C8B-B14F-4D97-AF65-F5344CB8AC3E}">
        <p14:creationId xmlns:p14="http://schemas.microsoft.com/office/powerpoint/2010/main" val="222838882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1_Single Content_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8250" y="798512"/>
            <a:ext cx="6858000" cy="967979"/>
          </a:xfrm>
        </p:spPr>
        <p:txBody>
          <a:bodyPr>
            <a:normAutofit/>
          </a:bodyPr>
          <a:lstStyle>
            <a:lvl1pPr algn="l">
              <a:defRPr sz="3800" baseline="0">
                <a:solidFill>
                  <a:schemeClr val="accent2"/>
                </a:solidFill>
                <a:latin typeface="Franklin Gothic Book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38250" y="1960469"/>
            <a:ext cx="6858000" cy="1681163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2200" baseline="0">
                <a:solidFill>
                  <a:schemeClr val="tx1"/>
                </a:solidFill>
                <a:latin typeface="Franklin Gothic Book"/>
              </a:defRPr>
            </a:lvl1pPr>
            <a:lvl2pPr marL="0" indent="0">
              <a:spcBef>
                <a:spcPts val="0"/>
              </a:spcBef>
              <a:buFontTx/>
              <a:buNone/>
              <a:defRPr sz="2200" baseline="0">
                <a:solidFill>
                  <a:schemeClr val="tx1"/>
                </a:solidFill>
                <a:latin typeface="Franklin Gothic Book"/>
              </a:defRPr>
            </a:lvl2pPr>
            <a:lvl3pPr marL="0" indent="0">
              <a:spcBef>
                <a:spcPts val="0"/>
              </a:spcBef>
              <a:buFontTx/>
              <a:buNone/>
              <a:defRPr sz="2200" baseline="0">
                <a:solidFill>
                  <a:schemeClr val="tx1"/>
                </a:solidFill>
                <a:latin typeface="Franklin Gothic Book"/>
              </a:defRPr>
            </a:lvl3pPr>
            <a:lvl4pPr marL="0" indent="0">
              <a:spcBef>
                <a:spcPts val="0"/>
              </a:spcBef>
              <a:buFontTx/>
              <a:buNone/>
              <a:defRPr sz="2200" baseline="0">
                <a:solidFill>
                  <a:schemeClr val="tx1"/>
                </a:solidFill>
                <a:latin typeface="Franklin Gothic Book"/>
              </a:defRPr>
            </a:lvl4pPr>
            <a:lvl5pPr marL="0" indent="0">
              <a:spcBef>
                <a:spcPts val="0"/>
              </a:spcBef>
              <a:buFontTx/>
              <a:buNone/>
              <a:defRPr sz="2200" baseline="0">
                <a:solidFill>
                  <a:schemeClr val="tx1"/>
                </a:solidFill>
                <a:latin typeface="Franklin Gothic Book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 </a:t>
            </a:r>
          </a:p>
        </p:txBody>
      </p:sp>
      <p:sp>
        <p:nvSpPr>
          <p:cNvPr id="10" name="Rectangle 9"/>
          <p:cNvSpPr/>
          <p:nvPr userDrawn="1"/>
        </p:nvSpPr>
        <p:spPr>
          <a:xfrm>
            <a:off x="0" y="4477672"/>
            <a:ext cx="9144000" cy="665828"/>
          </a:xfrm>
          <a:prstGeom prst="rect">
            <a:avLst/>
          </a:prstGeom>
          <a:solidFill>
            <a:schemeClr val="tx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DenverLogo_4C_Rev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850" y="4591050"/>
            <a:ext cx="1270000" cy="424106"/>
          </a:xfrm>
          <a:prstGeom prst="rect">
            <a:avLst/>
          </a:prstGeom>
        </p:spPr>
      </p:pic>
      <p:pic>
        <p:nvPicPr>
          <p:cNvPr id="12" name="Picture 11" descr="ConnectWithUs_YellowWhite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6150" y="4706430"/>
            <a:ext cx="4029456" cy="219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162652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Double Content_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1143000" y="343807"/>
            <a:ext cx="6858000" cy="814433"/>
          </a:xfrm>
        </p:spPr>
        <p:txBody>
          <a:bodyPr>
            <a:normAutofit/>
          </a:bodyPr>
          <a:lstStyle>
            <a:lvl1pPr algn="ctr">
              <a:defRPr sz="3800" baseline="0">
                <a:solidFill>
                  <a:srgbClr val="D9531E"/>
                </a:solidFill>
                <a:latin typeface="Franklin Gothic Book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8" name="Content Placeholder 2"/>
          <p:cNvSpPr>
            <a:spLocks noGrp="1"/>
          </p:cNvSpPr>
          <p:nvPr>
            <p:ph idx="10"/>
          </p:nvPr>
        </p:nvSpPr>
        <p:spPr>
          <a:xfrm>
            <a:off x="1143000" y="1247933"/>
            <a:ext cx="3340100" cy="2935448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2200" baseline="0">
                <a:solidFill>
                  <a:schemeClr val="tx1"/>
                </a:solidFill>
                <a:latin typeface="Franklin Gothic Book"/>
              </a:defRPr>
            </a:lvl1pPr>
            <a:lvl2pPr marL="0" indent="0">
              <a:spcBef>
                <a:spcPts val="0"/>
              </a:spcBef>
              <a:buFontTx/>
              <a:buNone/>
              <a:defRPr sz="2200" baseline="0">
                <a:solidFill>
                  <a:schemeClr val="tx1"/>
                </a:solidFill>
                <a:latin typeface="Franklin Gothic Book"/>
              </a:defRPr>
            </a:lvl2pPr>
            <a:lvl3pPr marL="0" indent="0">
              <a:spcBef>
                <a:spcPts val="0"/>
              </a:spcBef>
              <a:buFontTx/>
              <a:buNone/>
              <a:defRPr sz="2200" baseline="0">
                <a:solidFill>
                  <a:schemeClr val="tx1"/>
                </a:solidFill>
                <a:latin typeface="Franklin Gothic Book"/>
              </a:defRPr>
            </a:lvl3pPr>
            <a:lvl4pPr marL="0" indent="0">
              <a:spcBef>
                <a:spcPts val="0"/>
              </a:spcBef>
              <a:buFontTx/>
              <a:buNone/>
              <a:defRPr sz="2200" baseline="0">
                <a:solidFill>
                  <a:schemeClr val="tx1"/>
                </a:solidFill>
                <a:latin typeface="Franklin Gothic Book"/>
              </a:defRPr>
            </a:lvl4pPr>
            <a:lvl5pPr marL="0" indent="0">
              <a:spcBef>
                <a:spcPts val="0"/>
              </a:spcBef>
              <a:buFontTx/>
              <a:buNone/>
              <a:defRPr sz="2200" baseline="0">
                <a:solidFill>
                  <a:schemeClr val="tx1"/>
                </a:solidFill>
                <a:latin typeface="Franklin Gothic Book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 </a:t>
            </a:r>
          </a:p>
        </p:txBody>
      </p:sp>
      <p:sp>
        <p:nvSpPr>
          <p:cNvPr id="19" name="Content Placeholder 2"/>
          <p:cNvSpPr>
            <a:spLocks noGrp="1"/>
          </p:cNvSpPr>
          <p:nvPr>
            <p:ph idx="11"/>
          </p:nvPr>
        </p:nvSpPr>
        <p:spPr>
          <a:xfrm>
            <a:off x="4660900" y="1247933"/>
            <a:ext cx="3340100" cy="2935448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2200" baseline="0">
                <a:solidFill>
                  <a:schemeClr val="tx1"/>
                </a:solidFill>
                <a:latin typeface="Franklin Gothic Book"/>
              </a:defRPr>
            </a:lvl1pPr>
            <a:lvl2pPr marL="0" indent="0">
              <a:spcBef>
                <a:spcPts val="0"/>
              </a:spcBef>
              <a:buFontTx/>
              <a:buNone/>
              <a:defRPr sz="2200" baseline="0">
                <a:solidFill>
                  <a:schemeClr val="tx1"/>
                </a:solidFill>
                <a:latin typeface="Franklin Gothic Book"/>
              </a:defRPr>
            </a:lvl2pPr>
            <a:lvl3pPr marL="0" indent="0">
              <a:spcBef>
                <a:spcPts val="0"/>
              </a:spcBef>
              <a:buFontTx/>
              <a:buNone/>
              <a:defRPr sz="2200" baseline="0">
                <a:solidFill>
                  <a:schemeClr val="tx1"/>
                </a:solidFill>
                <a:latin typeface="Franklin Gothic Book"/>
              </a:defRPr>
            </a:lvl3pPr>
            <a:lvl4pPr marL="0" indent="0">
              <a:spcBef>
                <a:spcPts val="0"/>
              </a:spcBef>
              <a:buFontTx/>
              <a:buNone/>
              <a:defRPr sz="2200" baseline="0">
                <a:solidFill>
                  <a:schemeClr val="tx1"/>
                </a:solidFill>
                <a:latin typeface="Franklin Gothic Book"/>
              </a:defRPr>
            </a:lvl4pPr>
            <a:lvl5pPr marL="0" indent="0">
              <a:spcBef>
                <a:spcPts val="0"/>
              </a:spcBef>
              <a:buFontTx/>
              <a:buNone/>
              <a:defRPr sz="2200" baseline="0">
                <a:solidFill>
                  <a:schemeClr val="tx1"/>
                </a:solidFill>
                <a:latin typeface="Franklin Gothic Book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 </a:t>
            </a:r>
          </a:p>
        </p:txBody>
      </p:sp>
      <p:pic>
        <p:nvPicPr>
          <p:cNvPr id="20" name="Picture 19" descr="ThinShearedLines_BlueRedYellow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03200"/>
            <a:ext cx="9144000" cy="79248"/>
          </a:xfrm>
          <a:prstGeom prst="rect">
            <a:avLst/>
          </a:prstGeom>
        </p:spPr>
      </p:pic>
      <p:sp>
        <p:nvSpPr>
          <p:cNvPr id="11" name="Rectangle 10"/>
          <p:cNvSpPr/>
          <p:nvPr userDrawn="1"/>
        </p:nvSpPr>
        <p:spPr>
          <a:xfrm>
            <a:off x="0" y="4477672"/>
            <a:ext cx="9144000" cy="665828"/>
          </a:xfrm>
          <a:prstGeom prst="rect">
            <a:avLst/>
          </a:prstGeom>
          <a:solidFill>
            <a:schemeClr val="tx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 descr="DenverLogo_4C_Rev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850" y="4591050"/>
            <a:ext cx="1270000" cy="424106"/>
          </a:xfrm>
          <a:prstGeom prst="rect">
            <a:avLst/>
          </a:prstGeom>
        </p:spPr>
      </p:pic>
      <p:pic>
        <p:nvPicPr>
          <p:cNvPr id="14" name="Picture 13" descr="ConnectWithUs_YellowWhite.png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6150" y="4706430"/>
            <a:ext cx="4029456" cy="219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2978898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01_Title Slide_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0" y="0"/>
            <a:ext cx="9144000" cy="4477673"/>
          </a:xfrm>
          <a:prstGeom prst="rect">
            <a:avLst/>
          </a:prstGeom>
          <a:solidFill>
            <a:srgbClr val="F390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/>
          <p:cNvSpPr/>
          <p:nvPr userDrawn="1"/>
        </p:nvSpPr>
        <p:spPr>
          <a:xfrm>
            <a:off x="0" y="4477672"/>
            <a:ext cx="9144000" cy="665828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8046" y="1460502"/>
            <a:ext cx="7144255" cy="1162049"/>
          </a:xfrm>
        </p:spPr>
        <p:txBody>
          <a:bodyPr>
            <a:noAutofit/>
          </a:bodyPr>
          <a:lstStyle>
            <a:lvl1pPr algn="l">
              <a:defRPr sz="4400">
                <a:solidFill>
                  <a:schemeClr val="bg1"/>
                </a:solidFill>
                <a:latin typeface="Franklin Gothic Book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98046" y="2622551"/>
            <a:ext cx="6458456" cy="64293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bg1"/>
                </a:solidFill>
                <a:latin typeface="Franklin Gothic Book"/>
                <a:cs typeface="Franklin Gothic Book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9" name="Parallelogram 8"/>
          <p:cNvSpPr/>
          <p:nvPr userDrawn="1"/>
        </p:nvSpPr>
        <p:spPr>
          <a:xfrm flipH="1">
            <a:off x="1098046" y="1236371"/>
            <a:ext cx="743454" cy="45719"/>
          </a:xfrm>
          <a:prstGeom prst="parallelogram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Picture 19" descr="DenverLogo_4C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850" y="4591050"/>
            <a:ext cx="1270000" cy="424106"/>
          </a:xfrm>
          <a:prstGeom prst="rect">
            <a:avLst/>
          </a:prstGeom>
        </p:spPr>
      </p:pic>
      <p:pic>
        <p:nvPicPr>
          <p:cNvPr id="21" name="Picture 20" descr="ConnectWithUs_BlueGrey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6150" y="4706430"/>
            <a:ext cx="4029456" cy="219456"/>
          </a:xfrm>
          <a:prstGeom prst="rect">
            <a:avLst/>
          </a:prstGeom>
        </p:spPr>
      </p:pic>
      <p:pic>
        <p:nvPicPr>
          <p:cNvPr id="4" name="Picture 3" descr="ThinShearedLines_BlueYellowRed.png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80989"/>
            <a:ext cx="9144000" cy="691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875750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02_Title Slide_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0" y="261938"/>
            <a:ext cx="9144000" cy="4215735"/>
          </a:xfrm>
          <a:prstGeom prst="rect">
            <a:avLst/>
          </a:prstGeom>
          <a:solidFill>
            <a:srgbClr val="F390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/>
          <p:cNvSpPr/>
          <p:nvPr userDrawn="1"/>
        </p:nvSpPr>
        <p:spPr>
          <a:xfrm>
            <a:off x="0" y="4477672"/>
            <a:ext cx="9144000" cy="665828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8046" y="1460502"/>
            <a:ext cx="7144255" cy="1162049"/>
          </a:xfrm>
        </p:spPr>
        <p:txBody>
          <a:bodyPr>
            <a:noAutofit/>
          </a:bodyPr>
          <a:lstStyle>
            <a:lvl1pPr algn="l">
              <a:defRPr sz="4400">
                <a:solidFill>
                  <a:schemeClr val="bg1"/>
                </a:solidFill>
                <a:latin typeface="Franklin Gothic Book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98046" y="2622551"/>
            <a:ext cx="6458456" cy="64293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bg1"/>
                </a:solidFill>
                <a:latin typeface="Franklin Gothic Book"/>
                <a:cs typeface="Franklin Gothic Book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9" name="Parallelogram 8"/>
          <p:cNvSpPr/>
          <p:nvPr userDrawn="1"/>
        </p:nvSpPr>
        <p:spPr>
          <a:xfrm flipH="1">
            <a:off x="1098046" y="1236371"/>
            <a:ext cx="743454" cy="45719"/>
          </a:xfrm>
          <a:prstGeom prst="parallelogram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17" descr="HeaderBar_BlueRedYellow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438912"/>
          </a:xfrm>
          <a:prstGeom prst="rect">
            <a:avLst/>
          </a:prstGeom>
        </p:spPr>
      </p:pic>
      <p:pic>
        <p:nvPicPr>
          <p:cNvPr id="20" name="Picture 19" descr="DenverLogo_4C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850" y="4591050"/>
            <a:ext cx="1270000" cy="424106"/>
          </a:xfrm>
          <a:prstGeom prst="rect">
            <a:avLst/>
          </a:prstGeom>
        </p:spPr>
      </p:pic>
      <p:pic>
        <p:nvPicPr>
          <p:cNvPr id="21" name="Picture 20" descr="ConnectWithUs_BlueGrey.png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6150" y="4706430"/>
            <a:ext cx="4029456" cy="219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461373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03_Title and Content_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4477672"/>
            <a:ext cx="9144000" cy="665828"/>
          </a:xfrm>
          <a:prstGeom prst="rect">
            <a:avLst/>
          </a:prstGeom>
          <a:solidFill>
            <a:srgbClr val="F390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17" descr="DenverLogo_4C_Rev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850" y="4591050"/>
            <a:ext cx="1270000" cy="4241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8250" y="1033462"/>
            <a:ext cx="6858000" cy="967979"/>
          </a:xfrm>
        </p:spPr>
        <p:txBody>
          <a:bodyPr>
            <a:normAutofit/>
          </a:bodyPr>
          <a:lstStyle>
            <a:lvl1pPr algn="l">
              <a:defRPr sz="3800" baseline="0">
                <a:solidFill>
                  <a:srgbClr val="D9531E"/>
                </a:solidFill>
                <a:latin typeface="Franklin Gothic Book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38250" y="2185987"/>
            <a:ext cx="6858000" cy="1681163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2200" baseline="0">
                <a:solidFill>
                  <a:schemeClr val="tx1"/>
                </a:solidFill>
                <a:latin typeface="Franklin Gothic Book"/>
              </a:defRPr>
            </a:lvl1pPr>
            <a:lvl2pPr marL="0" indent="0">
              <a:spcBef>
                <a:spcPts val="0"/>
              </a:spcBef>
              <a:buFontTx/>
              <a:buNone/>
              <a:defRPr sz="2200" baseline="0">
                <a:solidFill>
                  <a:schemeClr val="tx1"/>
                </a:solidFill>
                <a:latin typeface="Franklin Gothic Book"/>
              </a:defRPr>
            </a:lvl2pPr>
            <a:lvl3pPr marL="0" indent="0">
              <a:spcBef>
                <a:spcPts val="0"/>
              </a:spcBef>
              <a:buFontTx/>
              <a:buNone/>
              <a:defRPr sz="2200" baseline="0">
                <a:solidFill>
                  <a:schemeClr val="tx1"/>
                </a:solidFill>
                <a:latin typeface="Franklin Gothic Book"/>
              </a:defRPr>
            </a:lvl3pPr>
            <a:lvl4pPr marL="0" indent="0">
              <a:spcBef>
                <a:spcPts val="0"/>
              </a:spcBef>
              <a:buFontTx/>
              <a:buNone/>
              <a:defRPr sz="2200" baseline="0">
                <a:solidFill>
                  <a:schemeClr val="tx1"/>
                </a:solidFill>
                <a:latin typeface="Franklin Gothic Book"/>
              </a:defRPr>
            </a:lvl4pPr>
            <a:lvl5pPr marL="0" indent="0">
              <a:spcBef>
                <a:spcPts val="0"/>
              </a:spcBef>
              <a:buFontTx/>
              <a:buNone/>
              <a:defRPr sz="2200" baseline="0">
                <a:solidFill>
                  <a:schemeClr val="tx1"/>
                </a:solidFill>
                <a:latin typeface="Franklin Gothic Book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 </a:t>
            </a:r>
          </a:p>
        </p:txBody>
      </p:sp>
      <p:pic>
        <p:nvPicPr>
          <p:cNvPr id="15" name="Picture 14" descr="ThinShearedLines_BlueRedYellow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2400"/>
            <a:ext cx="9144000" cy="79248"/>
          </a:xfrm>
          <a:prstGeom prst="rect">
            <a:avLst/>
          </a:prstGeom>
        </p:spPr>
      </p:pic>
      <p:pic>
        <p:nvPicPr>
          <p:cNvPr id="4" name="Picture 3" descr="ConnectWithUs_OrangeWhite.png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6150" y="4706430"/>
            <a:ext cx="4029456" cy="219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6673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4_Title and Content_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 userDrawn="1"/>
        </p:nvSpPr>
        <p:spPr>
          <a:xfrm>
            <a:off x="0" y="4477672"/>
            <a:ext cx="9144000" cy="665828"/>
          </a:xfrm>
          <a:prstGeom prst="rect">
            <a:avLst/>
          </a:prstGeom>
          <a:solidFill>
            <a:srgbClr val="F390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15" name="Picture 14" descr="DenverLogo_4C_Rev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850" y="4591050"/>
            <a:ext cx="1270000" cy="424106"/>
          </a:xfrm>
          <a:prstGeom prst="rect">
            <a:avLst/>
          </a:prstGeom>
        </p:spPr>
      </p:pic>
      <p:pic>
        <p:nvPicPr>
          <p:cNvPr id="4" name="Picture 3" descr="ConnectWithUs_OrangeWhite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6150" y="4744900"/>
            <a:ext cx="4029456" cy="219456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233764" y="1344846"/>
            <a:ext cx="1606557" cy="1031868"/>
          </a:xfrm>
        </p:spPr>
        <p:txBody>
          <a:bodyPr>
            <a:normAutofit/>
          </a:bodyPr>
          <a:lstStyle>
            <a:lvl1pPr algn="ctr">
              <a:defRPr sz="2200" baseline="0">
                <a:solidFill>
                  <a:schemeClr val="accent2"/>
                </a:solidFill>
                <a:latin typeface="Franklin Gothic Book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Rectangle 9"/>
          <p:cNvSpPr/>
          <p:nvPr userDrawn="1"/>
        </p:nvSpPr>
        <p:spPr>
          <a:xfrm>
            <a:off x="829890" y="467911"/>
            <a:ext cx="2414306" cy="2785738"/>
          </a:xfrm>
          <a:prstGeom prst="rect">
            <a:avLst/>
          </a:prstGeom>
          <a:noFill/>
          <a:ln w="762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2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172004" y="3470820"/>
            <a:ext cx="3730078" cy="832978"/>
          </a:xfrm>
        </p:spPr>
        <p:txBody>
          <a:bodyPr>
            <a:normAutofit/>
          </a:bodyPr>
          <a:lstStyle>
            <a:lvl1pPr marL="0" indent="0" algn="ctr">
              <a:buNone/>
              <a:defRPr sz="1800" baseline="0">
                <a:latin typeface="Franklin Gothic Book" panose="020B0503020102020204" pitchFamily="34" charset="0"/>
              </a:defRPr>
            </a:lvl1pPr>
          </a:lstStyle>
          <a:p>
            <a:pPr lvl="0"/>
            <a:r>
              <a:rPr lang="en-US" dirty="0"/>
              <a:t>Click to edit sub master text styles</a:t>
            </a:r>
          </a:p>
        </p:txBody>
      </p:sp>
      <p:pic>
        <p:nvPicPr>
          <p:cNvPr id="13" name="Picture 12" descr="ThinShearedLines_BlueRedYellow.png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004" y="3342476"/>
            <a:ext cx="3730078" cy="85047"/>
          </a:xfrm>
          <a:prstGeom prst="rect">
            <a:avLst/>
          </a:prstGeom>
        </p:spPr>
      </p:pic>
      <p:sp>
        <p:nvSpPr>
          <p:cNvPr id="14" name="Content Placeholder 2"/>
          <p:cNvSpPr>
            <a:spLocks noGrp="1" noChangeAspect="1"/>
          </p:cNvSpPr>
          <p:nvPr>
            <p:ph idx="1"/>
          </p:nvPr>
        </p:nvSpPr>
        <p:spPr>
          <a:xfrm>
            <a:off x="4586514" y="467911"/>
            <a:ext cx="4325257" cy="3835887"/>
          </a:xfrm>
        </p:spPr>
        <p:txBody>
          <a:bodyPr>
            <a:normAutofit/>
          </a:bodyPr>
          <a:lstStyle>
            <a:lvl1pPr marL="342891" indent="-342891">
              <a:spcBef>
                <a:spcPts val="0"/>
              </a:spcBef>
              <a:buFont typeface="Arial" panose="020B0604020202020204" pitchFamily="34" charset="0"/>
              <a:buChar char="•"/>
              <a:defRPr sz="2200" baseline="0">
                <a:solidFill>
                  <a:schemeClr val="tx1"/>
                </a:solidFill>
                <a:latin typeface="Franklin Gothic Book"/>
              </a:defRPr>
            </a:lvl1pPr>
            <a:lvl2pPr marL="342891" indent="-342891">
              <a:spcBef>
                <a:spcPts val="0"/>
              </a:spcBef>
              <a:buFont typeface="Arial" panose="020B0604020202020204" pitchFamily="34" charset="0"/>
              <a:buChar char="•"/>
              <a:defRPr sz="2200" baseline="0">
                <a:solidFill>
                  <a:schemeClr val="tx1"/>
                </a:solidFill>
                <a:latin typeface="Franklin Gothic Book"/>
              </a:defRPr>
            </a:lvl2pPr>
            <a:lvl3pPr marL="0" indent="0">
              <a:spcBef>
                <a:spcPts val="0"/>
              </a:spcBef>
              <a:buFontTx/>
              <a:buNone/>
              <a:defRPr sz="2200" baseline="0">
                <a:solidFill>
                  <a:schemeClr val="tx1"/>
                </a:solidFill>
                <a:latin typeface="Franklin Gothic Book"/>
              </a:defRPr>
            </a:lvl3pPr>
            <a:lvl4pPr marL="682608" indent="-342891">
              <a:spcBef>
                <a:spcPts val="0"/>
              </a:spcBef>
              <a:buFont typeface="Arial" panose="020B0604020202020204" pitchFamily="34" charset="0"/>
              <a:buChar char="•"/>
              <a:defRPr sz="2000" baseline="0">
                <a:solidFill>
                  <a:schemeClr val="tx1"/>
                </a:solidFill>
                <a:latin typeface="Franklin Gothic Book"/>
              </a:defRPr>
            </a:lvl4pPr>
            <a:lvl5pPr marL="0" indent="0">
              <a:spcBef>
                <a:spcPts val="0"/>
              </a:spcBef>
              <a:buFontTx/>
              <a:buNone/>
              <a:defRPr sz="2200" baseline="0">
                <a:solidFill>
                  <a:schemeClr val="tx1"/>
                </a:solidFill>
                <a:latin typeface="Franklin Gothic Book"/>
              </a:defRPr>
            </a:lvl5pPr>
            <a:lvl6pPr marL="914377" indent="-228594">
              <a:defRPr sz="1800">
                <a:latin typeface="Franklin Gothic Book" panose="020B0503020102020204" pitchFamily="34" charset="0"/>
              </a:defRPr>
            </a:lvl6pPr>
          </a:lstStyle>
          <a:p>
            <a:pPr lvl="0"/>
            <a:r>
              <a:rPr lang="en-US" dirty="0"/>
              <a:t>Edit Master text styles</a:t>
            </a:r>
          </a:p>
          <a:p>
            <a:pPr lvl="3"/>
            <a:r>
              <a:rPr lang="en-US" dirty="0"/>
              <a:t>Second level</a:t>
            </a:r>
          </a:p>
          <a:p>
            <a:pPr lvl="5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77759847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5_Three Content Category_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 userDrawn="1"/>
        </p:nvSpPr>
        <p:spPr>
          <a:xfrm>
            <a:off x="0" y="4477672"/>
            <a:ext cx="9144000" cy="665828"/>
          </a:xfrm>
          <a:prstGeom prst="rect">
            <a:avLst/>
          </a:prstGeom>
          <a:solidFill>
            <a:srgbClr val="F390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15" name="Picture 14" descr="DenverLogo_4C_Rev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850" y="4591050"/>
            <a:ext cx="1270000" cy="424106"/>
          </a:xfrm>
          <a:prstGeom prst="rect">
            <a:avLst/>
          </a:prstGeom>
        </p:spPr>
      </p:pic>
      <p:pic>
        <p:nvPicPr>
          <p:cNvPr id="4" name="Picture 3" descr="ConnectWithUs_OrangeWhite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6150" y="4744900"/>
            <a:ext cx="4029456" cy="219456"/>
          </a:xfrm>
          <a:prstGeom prst="rect">
            <a:avLst/>
          </a:prstGeom>
        </p:spPr>
      </p:pic>
      <p:sp>
        <p:nvSpPr>
          <p:cNvPr id="8" name="Title 1"/>
          <p:cNvSpPr>
            <a:spLocks noGrp="1" noChangeAspect="1"/>
          </p:cNvSpPr>
          <p:nvPr>
            <p:ph type="title"/>
          </p:nvPr>
        </p:nvSpPr>
        <p:spPr>
          <a:xfrm>
            <a:off x="134166" y="307910"/>
            <a:ext cx="4448344" cy="1290638"/>
          </a:xfrm>
          <a:noFill/>
        </p:spPr>
        <p:txBody>
          <a:bodyPr>
            <a:normAutofit/>
          </a:bodyPr>
          <a:lstStyle>
            <a:lvl1pPr algn="l">
              <a:defRPr sz="3800" baseline="0">
                <a:solidFill>
                  <a:schemeClr val="accent2"/>
                </a:solidFill>
                <a:latin typeface="Franklin Gothic Book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Content Placeholder 2"/>
          <p:cNvSpPr>
            <a:spLocks noGrp="1" noChangeAspect="1"/>
          </p:cNvSpPr>
          <p:nvPr>
            <p:ph idx="1"/>
          </p:nvPr>
        </p:nvSpPr>
        <p:spPr>
          <a:xfrm>
            <a:off x="4756150" y="307911"/>
            <a:ext cx="4251216" cy="4087033"/>
          </a:xfrm>
        </p:spPr>
        <p:txBody>
          <a:bodyPr>
            <a:normAutofit/>
          </a:bodyPr>
          <a:lstStyle>
            <a:lvl1pPr marL="342891" indent="-342891">
              <a:spcBef>
                <a:spcPts val="0"/>
              </a:spcBef>
              <a:buFont typeface="Arial" panose="020B0604020202020204" pitchFamily="34" charset="0"/>
              <a:buChar char="•"/>
              <a:defRPr sz="2200" baseline="0">
                <a:solidFill>
                  <a:schemeClr val="tx1"/>
                </a:solidFill>
                <a:latin typeface="Franklin Gothic Book"/>
              </a:defRPr>
            </a:lvl1pPr>
            <a:lvl2pPr marL="342891" indent="-342891">
              <a:spcBef>
                <a:spcPts val="0"/>
              </a:spcBef>
              <a:buFont typeface="Arial" panose="020B0604020202020204" pitchFamily="34" charset="0"/>
              <a:buChar char="•"/>
              <a:defRPr sz="2200" baseline="0">
                <a:solidFill>
                  <a:schemeClr val="tx1"/>
                </a:solidFill>
                <a:latin typeface="Franklin Gothic Book"/>
              </a:defRPr>
            </a:lvl2pPr>
            <a:lvl3pPr marL="0" indent="0">
              <a:spcBef>
                <a:spcPts val="0"/>
              </a:spcBef>
              <a:buFontTx/>
              <a:buNone/>
              <a:defRPr sz="2200" baseline="0">
                <a:solidFill>
                  <a:schemeClr val="tx1"/>
                </a:solidFill>
                <a:latin typeface="Franklin Gothic Book"/>
              </a:defRPr>
            </a:lvl3pPr>
            <a:lvl4pPr marL="682608" indent="-342891">
              <a:spcBef>
                <a:spcPts val="0"/>
              </a:spcBef>
              <a:buFont typeface="Arial" panose="020B0604020202020204" pitchFamily="34" charset="0"/>
              <a:buChar char="•"/>
              <a:defRPr sz="2000" baseline="0">
                <a:solidFill>
                  <a:schemeClr val="tx1"/>
                </a:solidFill>
                <a:latin typeface="Franklin Gothic Book"/>
              </a:defRPr>
            </a:lvl4pPr>
            <a:lvl5pPr marL="0" indent="0">
              <a:spcBef>
                <a:spcPts val="0"/>
              </a:spcBef>
              <a:buFontTx/>
              <a:buNone/>
              <a:defRPr sz="2200" baseline="0">
                <a:solidFill>
                  <a:schemeClr val="tx1"/>
                </a:solidFill>
                <a:latin typeface="Franklin Gothic Book"/>
              </a:defRPr>
            </a:lvl5pPr>
            <a:lvl6pPr marL="914377" indent="-228594">
              <a:defRPr sz="1800">
                <a:latin typeface="Franklin Gothic Book" panose="020B0503020102020204" pitchFamily="34" charset="0"/>
              </a:defRPr>
            </a:lvl6pPr>
          </a:lstStyle>
          <a:p>
            <a:pPr lvl="0"/>
            <a:r>
              <a:rPr lang="en-US" dirty="0"/>
              <a:t>Edit Master text styles</a:t>
            </a:r>
          </a:p>
          <a:p>
            <a:pPr lvl="3"/>
            <a:r>
              <a:rPr lang="en-US" dirty="0"/>
              <a:t>Second level</a:t>
            </a:r>
          </a:p>
          <a:p>
            <a:pPr lvl="5"/>
            <a:r>
              <a:rPr lang="en-US" dirty="0"/>
              <a:t>Third level</a:t>
            </a:r>
          </a:p>
        </p:txBody>
      </p:sp>
      <p:sp>
        <p:nvSpPr>
          <p:cNvPr id="10" name="Text Placeholder 32"/>
          <p:cNvSpPr>
            <a:spLocks noGrp="1"/>
          </p:cNvSpPr>
          <p:nvPr>
            <p:ph type="body" sz="quarter" idx="26"/>
          </p:nvPr>
        </p:nvSpPr>
        <p:spPr>
          <a:xfrm>
            <a:off x="323850" y="1796467"/>
            <a:ext cx="4258660" cy="691805"/>
          </a:xfrm>
        </p:spPr>
        <p:txBody>
          <a:bodyPr/>
          <a:lstStyle>
            <a:lvl1pPr marL="0" indent="0">
              <a:buNone/>
              <a:defRPr sz="1800" b="0">
                <a:latin typeface="Franklin Gothic Book" panose="020B0503020102020204" pitchFamily="34" charset="0"/>
              </a:defRPr>
            </a:lvl1pPr>
            <a:lvl2pPr marL="285744" indent="-285744">
              <a:buFont typeface="Arial" panose="020B0604020202020204" pitchFamily="34" charset="0"/>
              <a:buChar char="•"/>
              <a:defRPr sz="1400">
                <a:latin typeface="Franklin Gothic Book" panose="020B0503020102020204" pitchFamily="34" charset="0"/>
              </a:defRPr>
            </a:lvl2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2" name="Rectangle 11"/>
          <p:cNvSpPr>
            <a:spLocks/>
          </p:cNvSpPr>
          <p:nvPr userDrawn="1"/>
        </p:nvSpPr>
        <p:spPr>
          <a:xfrm>
            <a:off x="139656" y="1802472"/>
            <a:ext cx="45719" cy="68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3" name="Text Placeholder 32"/>
          <p:cNvSpPr>
            <a:spLocks noGrp="1"/>
          </p:cNvSpPr>
          <p:nvPr>
            <p:ph type="body" sz="quarter" idx="27"/>
          </p:nvPr>
        </p:nvSpPr>
        <p:spPr>
          <a:xfrm>
            <a:off x="323850" y="2697766"/>
            <a:ext cx="4258660" cy="685056"/>
          </a:xfrm>
        </p:spPr>
        <p:txBody>
          <a:bodyPr/>
          <a:lstStyle>
            <a:lvl1pPr marL="0" indent="0">
              <a:buNone/>
              <a:defRPr sz="1800" b="0"/>
            </a:lvl1pPr>
            <a:lvl2pPr marL="285744" indent="-285744">
              <a:buFont typeface="Arial" panose="020B0604020202020204" pitchFamily="34" charset="0"/>
              <a:buChar char="•"/>
              <a:defRPr sz="1400">
                <a:latin typeface="Franklin Gothic Book" panose="020B0503020102020204" pitchFamily="34" charset="0"/>
              </a:defRPr>
            </a:lvl2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4" name="Rectangle 13"/>
          <p:cNvSpPr>
            <a:spLocks/>
          </p:cNvSpPr>
          <p:nvPr userDrawn="1"/>
        </p:nvSpPr>
        <p:spPr>
          <a:xfrm>
            <a:off x="139655" y="2697022"/>
            <a:ext cx="45719" cy="685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6" name="Text Placeholder 32"/>
          <p:cNvSpPr>
            <a:spLocks noGrp="1"/>
          </p:cNvSpPr>
          <p:nvPr>
            <p:ph type="body" sz="quarter" idx="28"/>
          </p:nvPr>
        </p:nvSpPr>
        <p:spPr>
          <a:xfrm>
            <a:off x="323850" y="3593088"/>
            <a:ext cx="4258660" cy="684284"/>
          </a:xfrm>
        </p:spPr>
        <p:txBody>
          <a:bodyPr/>
          <a:lstStyle>
            <a:lvl1pPr marL="0" indent="0">
              <a:buNone/>
              <a:defRPr sz="1800" b="0"/>
            </a:lvl1pPr>
            <a:lvl2pPr marL="342891" indent="-342891">
              <a:buFont typeface="Arial" panose="020B0604020202020204" pitchFamily="34" charset="0"/>
              <a:buChar char="•"/>
              <a:defRPr sz="1400">
                <a:latin typeface="Franklin Gothic Book" panose="020B0503020102020204" pitchFamily="34" charset="0"/>
              </a:defRPr>
            </a:lvl2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8" name="Rectangle 17"/>
          <p:cNvSpPr>
            <a:spLocks/>
          </p:cNvSpPr>
          <p:nvPr userDrawn="1"/>
        </p:nvSpPr>
        <p:spPr>
          <a:xfrm>
            <a:off x="139654" y="3591572"/>
            <a:ext cx="45719" cy="6858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21" name="Picture 20" descr="ThinShearedLines_BlueRedYellow.png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03200"/>
            <a:ext cx="9144000" cy="79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2550145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6_Five Content Category_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 userDrawn="1"/>
        </p:nvSpPr>
        <p:spPr>
          <a:xfrm>
            <a:off x="0" y="4477672"/>
            <a:ext cx="9144000" cy="665828"/>
          </a:xfrm>
          <a:prstGeom prst="rect">
            <a:avLst/>
          </a:prstGeom>
          <a:solidFill>
            <a:srgbClr val="F390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15" name="Picture 14" descr="DenverLogo_4C_Rev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850" y="4591050"/>
            <a:ext cx="1270000" cy="424106"/>
          </a:xfrm>
          <a:prstGeom prst="rect">
            <a:avLst/>
          </a:prstGeom>
        </p:spPr>
      </p:pic>
      <p:pic>
        <p:nvPicPr>
          <p:cNvPr id="4" name="Picture 3" descr="ConnectWithUs_OrangeWhite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6150" y="4744900"/>
            <a:ext cx="4029456" cy="219456"/>
          </a:xfrm>
          <a:prstGeom prst="rect">
            <a:avLst/>
          </a:prstGeom>
        </p:spPr>
      </p:pic>
      <p:sp>
        <p:nvSpPr>
          <p:cNvPr id="8" name="Title 1"/>
          <p:cNvSpPr>
            <a:spLocks noGrp="1" noChangeAspect="1"/>
          </p:cNvSpPr>
          <p:nvPr>
            <p:ph type="title"/>
          </p:nvPr>
        </p:nvSpPr>
        <p:spPr>
          <a:xfrm>
            <a:off x="134166" y="307910"/>
            <a:ext cx="4448344" cy="1290638"/>
          </a:xfrm>
          <a:noFill/>
        </p:spPr>
        <p:txBody>
          <a:bodyPr>
            <a:normAutofit/>
          </a:bodyPr>
          <a:lstStyle>
            <a:lvl1pPr algn="l">
              <a:defRPr sz="3800" baseline="0">
                <a:solidFill>
                  <a:schemeClr val="accent2"/>
                </a:solidFill>
                <a:latin typeface="Franklin Gothic Book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Content Placeholder 2"/>
          <p:cNvSpPr>
            <a:spLocks noGrp="1" noChangeAspect="1"/>
          </p:cNvSpPr>
          <p:nvPr>
            <p:ph idx="1"/>
          </p:nvPr>
        </p:nvSpPr>
        <p:spPr>
          <a:xfrm>
            <a:off x="4756150" y="307911"/>
            <a:ext cx="4251216" cy="4087033"/>
          </a:xfrm>
        </p:spPr>
        <p:txBody>
          <a:bodyPr>
            <a:normAutofit/>
          </a:bodyPr>
          <a:lstStyle>
            <a:lvl1pPr marL="342891" indent="-342891">
              <a:spcBef>
                <a:spcPts val="0"/>
              </a:spcBef>
              <a:buFont typeface="Arial" panose="020B0604020202020204" pitchFamily="34" charset="0"/>
              <a:buChar char="•"/>
              <a:defRPr sz="2200" baseline="0">
                <a:solidFill>
                  <a:schemeClr val="tx1"/>
                </a:solidFill>
                <a:latin typeface="Franklin Gothic Book"/>
              </a:defRPr>
            </a:lvl1pPr>
            <a:lvl2pPr marL="342891" indent="-342891">
              <a:spcBef>
                <a:spcPts val="0"/>
              </a:spcBef>
              <a:buFont typeface="Arial" panose="020B0604020202020204" pitchFamily="34" charset="0"/>
              <a:buChar char="•"/>
              <a:defRPr sz="2200" baseline="0">
                <a:solidFill>
                  <a:schemeClr val="tx1"/>
                </a:solidFill>
                <a:latin typeface="Franklin Gothic Book"/>
              </a:defRPr>
            </a:lvl2pPr>
            <a:lvl3pPr marL="0" indent="0">
              <a:spcBef>
                <a:spcPts val="0"/>
              </a:spcBef>
              <a:buFontTx/>
              <a:buNone/>
              <a:defRPr sz="2200" baseline="0">
                <a:solidFill>
                  <a:schemeClr val="tx1"/>
                </a:solidFill>
                <a:latin typeface="Franklin Gothic Book"/>
              </a:defRPr>
            </a:lvl3pPr>
            <a:lvl4pPr marL="682608" indent="-342891">
              <a:spcBef>
                <a:spcPts val="0"/>
              </a:spcBef>
              <a:buFont typeface="Arial" panose="020B0604020202020204" pitchFamily="34" charset="0"/>
              <a:buChar char="•"/>
              <a:defRPr sz="2000" baseline="0">
                <a:solidFill>
                  <a:schemeClr val="tx1"/>
                </a:solidFill>
                <a:latin typeface="Franklin Gothic Book"/>
              </a:defRPr>
            </a:lvl4pPr>
            <a:lvl5pPr marL="0" indent="0">
              <a:spcBef>
                <a:spcPts val="0"/>
              </a:spcBef>
              <a:buFontTx/>
              <a:buNone/>
              <a:defRPr sz="2200" baseline="0">
                <a:solidFill>
                  <a:schemeClr val="tx1"/>
                </a:solidFill>
                <a:latin typeface="Franklin Gothic Book"/>
              </a:defRPr>
            </a:lvl5pPr>
            <a:lvl6pPr marL="914377" indent="-228594">
              <a:defRPr sz="1800">
                <a:latin typeface="Franklin Gothic Book" panose="020B0503020102020204" pitchFamily="34" charset="0"/>
              </a:defRPr>
            </a:lvl6pPr>
          </a:lstStyle>
          <a:p>
            <a:pPr lvl="0"/>
            <a:r>
              <a:rPr lang="en-US" dirty="0"/>
              <a:t>Edit Master text styles</a:t>
            </a:r>
          </a:p>
          <a:p>
            <a:pPr lvl="3"/>
            <a:r>
              <a:rPr lang="en-US" dirty="0"/>
              <a:t>Second level</a:t>
            </a:r>
          </a:p>
          <a:p>
            <a:pPr lvl="5"/>
            <a:r>
              <a:rPr lang="en-US" dirty="0"/>
              <a:t>Third level</a:t>
            </a:r>
          </a:p>
        </p:txBody>
      </p:sp>
      <p:sp>
        <p:nvSpPr>
          <p:cNvPr id="10" name="Text Placeholder 32"/>
          <p:cNvSpPr>
            <a:spLocks noGrp="1"/>
          </p:cNvSpPr>
          <p:nvPr>
            <p:ph type="body" sz="quarter" idx="26"/>
          </p:nvPr>
        </p:nvSpPr>
        <p:spPr>
          <a:xfrm>
            <a:off x="323850" y="1686360"/>
            <a:ext cx="4258660" cy="541299"/>
          </a:xfrm>
        </p:spPr>
        <p:txBody>
          <a:bodyPr/>
          <a:lstStyle>
            <a:lvl1pPr marL="0" indent="0">
              <a:buNone/>
              <a:defRPr sz="1800" b="0">
                <a:latin typeface="Franklin Gothic Book" panose="020B0503020102020204" pitchFamily="34" charset="0"/>
              </a:defRPr>
            </a:lvl1pPr>
            <a:lvl2pPr marL="285744" indent="-285744">
              <a:buFont typeface="Arial" panose="020B0604020202020204" pitchFamily="34" charset="0"/>
              <a:buChar char="•"/>
              <a:defRPr sz="1400">
                <a:latin typeface="Franklin Gothic Book" panose="020B0503020102020204" pitchFamily="34" charset="0"/>
              </a:defRPr>
            </a:lvl2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2" name="Rectangle 11"/>
          <p:cNvSpPr>
            <a:spLocks/>
          </p:cNvSpPr>
          <p:nvPr userDrawn="1"/>
        </p:nvSpPr>
        <p:spPr>
          <a:xfrm>
            <a:off x="139656" y="1686360"/>
            <a:ext cx="45719" cy="54864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3" name="Text Placeholder 32"/>
          <p:cNvSpPr>
            <a:spLocks noGrp="1"/>
          </p:cNvSpPr>
          <p:nvPr>
            <p:ph type="body" sz="quarter" idx="27"/>
          </p:nvPr>
        </p:nvSpPr>
        <p:spPr>
          <a:xfrm>
            <a:off x="323850" y="2402858"/>
            <a:ext cx="4258660" cy="551323"/>
          </a:xfrm>
        </p:spPr>
        <p:txBody>
          <a:bodyPr/>
          <a:lstStyle>
            <a:lvl1pPr marL="0" indent="0">
              <a:buNone/>
              <a:defRPr sz="1800" b="0">
                <a:latin typeface="Franklin Gothic Book" panose="020B0503020102020204" pitchFamily="34" charset="0"/>
              </a:defRPr>
            </a:lvl1pPr>
            <a:lvl2pPr marL="285744" indent="-285744">
              <a:buFont typeface="Arial" panose="020B0604020202020204" pitchFamily="34" charset="0"/>
              <a:buChar char="•"/>
              <a:defRPr sz="1400">
                <a:latin typeface="Franklin Gothic Book" panose="020B0503020102020204" pitchFamily="34" charset="0"/>
              </a:defRPr>
            </a:lvl2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4" name="Rectangle 13"/>
          <p:cNvSpPr>
            <a:spLocks/>
          </p:cNvSpPr>
          <p:nvPr userDrawn="1"/>
        </p:nvSpPr>
        <p:spPr>
          <a:xfrm>
            <a:off x="139655" y="2405541"/>
            <a:ext cx="45719" cy="54864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6" name="Text Placeholder 32"/>
          <p:cNvSpPr>
            <a:spLocks noGrp="1"/>
          </p:cNvSpPr>
          <p:nvPr>
            <p:ph type="body" sz="quarter" idx="28"/>
          </p:nvPr>
        </p:nvSpPr>
        <p:spPr>
          <a:xfrm>
            <a:off x="323850" y="3124722"/>
            <a:ext cx="4258660" cy="548640"/>
          </a:xfrm>
        </p:spPr>
        <p:txBody>
          <a:bodyPr/>
          <a:lstStyle>
            <a:lvl1pPr marL="0" indent="0">
              <a:buNone/>
              <a:defRPr sz="1800" b="0">
                <a:latin typeface="Franklin Gothic Book" panose="020B0503020102020204" pitchFamily="34" charset="0"/>
              </a:defRPr>
            </a:lvl1pPr>
            <a:lvl2pPr marL="342891" indent="-342891">
              <a:buFont typeface="Arial" panose="020B0604020202020204" pitchFamily="34" charset="0"/>
              <a:buChar char="•"/>
              <a:defRPr sz="1400">
                <a:latin typeface="Franklin Gothic Book" panose="020B0503020102020204" pitchFamily="34" charset="0"/>
              </a:defRPr>
            </a:lvl2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8" name="Rectangle 17"/>
          <p:cNvSpPr>
            <a:spLocks/>
          </p:cNvSpPr>
          <p:nvPr userDrawn="1"/>
        </p:nvSpPr>
        <p:spPr>
          <a:xfrm>
            <a:off x="139654" y="3124722"/>
            <a:ext cx="45719" cy="54864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9" name="Text Placeholder 32"/>
          <p:cNvSpPr>
            <a:spLocks noGrp="1"/>
          </p:cNvSpPr>
          <p:nvPr>
            <p:ph type="body" sz="quarter" idx="29"/>
          </p:nvPr>
        </p:nvSpPr>
        <p:spPr>
          <a:xfrm>
            <a:off x="323850" y="3848561"/>
            <a:ext cx="4258660" cy="546383"/>
          </a:xfrm>
        </p:spPr>
        <p:txBody>
          <a:bodyPr/>
          <a:lstStyle>
            <a:lvl1pPr marL="0" indent="0">
              <a:buNone/>
              <a:defRPr sz="1800" b="0">
                <a:latin typeface="Franklin Gothic Book" panose="020B0503020102020204" pitchFamily="34" charset="0"/>
              </a:defRPr>
            </a:lvl1pPr>
            <a:lvl2pPr marL="342891" indent="-342891">
              <a:buFont typeface="Arial" panose="020B0604020202020204" pitchFamily="34" charset="0"/>
              <a:buChar char="•"/>
              <a:defRPr sz="1400">
                <a:latin typeface="Franklin Gothic Book" panose="020B0503020102020204" pitchFamily="34" charset="0"/>
              </a:defRPr>
            </a:lvl2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20" name="Rectangle 19"/>
          <p:cNvSpPr>
            <a:spLocks/>
          </p:cNvSpPr>
          <p:nvPr userDrawn="1"/>
        </p:nvSpPr>
        <p:spPr>
          <a:xfrm>
            <a:off x="134166" y="3846304"/>
            <a:ext cx="45719" cy="54864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21" name="Picture 20" descr="ThinShearedLines_BlueRedYellow.png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03200"/>
            <a:ext cx="9144000" cy="79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0948149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7_Multi Content_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 userDrawn="1"/>
        </p:nvSpPr>
        <p:spPr>
          <a:xfrm>
            <a:off x="0" y="4477672"/>
            <a:ext cx="9144000" cy="665828"/>
          </a:xfrm>
          <a:prstGeom prst="rect">
            <a:avLst/>
          </a:prstGeom>
          <a:solidFill>
            <a:srgbClr val="F390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15" name="Picture 14" descr="DenverLogo_4C_Rev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850" y="4591050"/>
            <a:ext cx="1270000" cy="424106"/>
          </a:xfrm>
          <a:prstGeom prst="rect">
            <a:avLst/>
          </a:prstGeom>
        </p:spPr>
      </p:pic>
      <p:pic>
        <p:nvPicPr>
          <p:cNvPr id="4" name="Picture 3" descr="ConnectWithUs_OrangeWhite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6150" y="4744900"/>
            <a:ext cx="4029456" cy="219456"/>
          </a:xfrm>
          <a:prstGeom prst="rect">
            <a:avLst/>
          </a:prstGeom>
        </p:spPr>
      </p:pic>
      <p:sp>
        <p:nvSpPr>
          <p:cNvPr id="8" name="Title 1"/>
          <p:cNvSpPr>
            <a:spLocks noGrp="1" noChangeAspect="1"/>
          </p:cNvSpPr>
          <p:nvPr>
            <p:ph type="title"/>
          </p:nvPr>
        </p:nvSpPr>
        <p:spPr>
          <a:xfrm>
            <a:off x="401934" y="209138"/>
            <a:ext cx="4138243" cy="1153367"/>
          </a:xfrm>
        </p:spPr>
        <p:txBody>
          <a:bodyPr>
            <a:normAutofit/>
          </a:bodyPr>
          <a:lstStyle>
            <a:lvl1pPr algn="l">
              <a:defRPr sz="3800" baseline="0">
                <a:solidFill>
                  <a:schemeClr val="accent2"/>
                </a:solidFill>
                <a:latin typeface="Franklin Gothic Book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7"/>
          </p:nvPr>
        </p:nvSpPr>
        <p:spPr>
          <a:xfrm>
            <a:off x="4699840" y="209138"/>
            <a:ext cx="3993662" cy="4198316"/>
          </a:xfrm>
        </p:spPr>
        <p:txBody>
          <a:bodyPr>
            <a:normAutofit/>
          </a:bodyPr>
          <a:lstStyle>
            <a:lvl1pPr>
              <a:defRPr sz="2400">
                <a:latin typeface="Franklin Gothic Book" panose="020B0503020102020204" pitchFamily="34" charset="0"/>
              </a:defRPr>
            </a:lvl1pPr>
            <a:lvl2pPr marL="742932" indent="-285744">
              <a:buFont typeface="Courier New" panose="02070309020205020404" pitchFamily="49" charset="0"/>
              <a:buChar char="o"/>
              <a:defRPr sz="2000">
                <a:latin typeface="Franklin Gothic Book" panose="020B0503020102020204" pitchFamily="34" charset="0"/>
              </a:defRPr>
            </a:lvl2pPr>
            <a:lvl3pPr marL="1143000" indent="-228600">
              <a:buFont typeface="Arial" panose="020B0604020202020204" pitchFamily="34" charset="0"/>
              <a:buChar char="•"/>
              <a:defRPr sz="1800">
                <a:latin typeface="Franklin Gothic Book" panose="020B0503020102020204" pitchFamily="34" charset="0"/>
              </a:defRPr>
            </a:lvl3pPr>
            <a:lvl4pPr marL="1600200" indent="-228600">
              <a:buFont typeface="Courier New" panose="02070309020205020404" pitchFamily="49" charset="0"/>
              <a:buChar char="o"/>
              <a:defRPr sz="1600">
                <a:latin typeface="Franklin Gothic Book" panose="020B0503020102020204" pitchFamily="34" charset="0"/>
              </a:defRPr>
            </a:lvl4pPr>
            <a:lvl5pPr marL="2057400" indent="-228600">
              <a:buFont typeface="Arial" panose="020B0604020202020204" pitchFamily="34" charset="0"/>
              <a:buChar char="•"/>
              <a:defRPr sz="1400">
                <a:latin typeface="Franklin Gothic Book" panose="020B050302010202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3" name="Picture 12" descr="ThinShearedLines_BlueRedYellow.png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401934" y="1362501"/>
            <a:ext cx="4138244" cy="83484"/>
          </a:xfrm>
          <a:prstGeom prst="rect">
            <a:avLst/>
          </a:prstGeom>
        </p:spPr>
      </p:pic>
      <p:sp>
        <p:nvSpPr>
          <p:cNvPr id="14" name="Content Placeholder 3"/>
          <p:cNvSpPr>
            <a:spLocks noGrp="1"/>
          </p:cNvSpPr>
          <p:nvPr>
            <p:ph sz="quarter" idx="18"/>
          </p:nvPr>
        </p:nvSpPr>
        <p:spPr>
          <a:xfrm>
            <a:off x="401934" y="1666708"/>
            <a:ext cx="4138243" cy="2740746"/>
          </a:xfrm>
        </p:spPr>
        <p:txBody>
          <a:bodyPr>
            <a:normAutofit/>
          </a:bodyPr>
          <a:lstStyle>
            <a:lvl1pPr>
              <a:defRPr sz="2400">
                <a:latin typeface="Franklin Gothic Book" panose="020B0503020102020204" pitchFamily="34" charset="0"/>
              </a:defRPr>
            </a:lvl1pPr>
            <a:lvl2pPr marL="742932" indent="-285744">
              <a:buFont typeface="Courier New" panose="02070309020205020404" pitchFamily="49" charset="0"/>
              <a:buChar char="o"/>
              <a:defRPr sz="2000"/>
            </a:lvl2pPr>
            <a:lvl3pPr marL="1143000" indent="-228600">
              <a:buFont typeface="Arial" panose="020B0604020202020204" pitchFamily="34" charset="0"/>
              <a:buChar char="•"/>
              <a:defRPr sz="1800"/>
            </a:lvl3pPr>
            <a:lvl4pPr marL="1600200" indent="-228600">
              <a:buFont typeface="Courier New" panose="02070309020205020404" pitchFamily="49" charset="0"/>
              <a:buChar char="o"/>
              <a:defRPr sz="1600"/>
            </a:lvl4pPr>
            <a:lvl5pPr marL="2057400" indent="-228600">
              <a:buFont typeface="Arial" panose="020B0604020202020204" pitchFamily="34" charset="0"/>
              <a:buChar char="•"/>
              <a:defRPr sz="14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02973053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8_Three Boxed Content_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-1" y="0"/>
            <a:ext cx="9144000" cy="1602031"/>
          </a:xfrm>
          <a:prstGeom prst="rect">
            <a:avLst/>
          </a:prstGeom>
        </p:spPr>
      </p:pic>
      <p:sp>
        <p:nvSpPr>
          <p:cNvPr id="11" name="Rectangle 10"/>
          <p:cNvSpPr/>
          <p:nvPr userDrawn="1"/>
        </p:nvSpPr>
        <p:spPr>
          <a:xfrm>
            <a:off x="0" y="4477672"/>
            <a:ext cx="9144000" cy="665828"/>
          </a:xfrm>
          <a:prstGeom prst="rect">
            <a:avLst/>
          </a:prstGeom>
          <a:solidFill>
            <a:srgbClr val="F390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15" name="Picture 14" descr="DenverLogo_4C_Rev.png"/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850" y="4591050"/>
            <a:ext cx="1270000" cy="424106"/>
          </a:xfrm>
          <a:prstGeom prst="rect">
            <a:avLst/>
          </a:prstGeom>
        </p:spPr>
      </p:pic>
      <p:pic>
        <p:nvPicPr>
          <p:cNvPr id="4" name="Picture 3" descr="ConnectWithUs_OrangeWhite.png"/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6150" y="4744900"/>
            <a:ext cx="4029456" cy="219456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45931" y="311144"/>
            <a:ext cx="7252137" cy="967979"/>
          </a:xfrm>
        </p:spPr>
        <p:txBody>
          <a:bodyPr>
            <a:normAutofit/>
          </a:bodyPr>
          <a:lstStyle>
            <a:lvl1pPr algn="ctr">
              <a:defRPr sz="3800" baseline="0">
                <a:solidFill>
                  <a:schemeClr val="bg1"/>
                </a:solidFill>
                <a:latin typeface="Franklin Gothic Book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18" name="Picture 17" descr="ThinShearedLines_BlueRedYellow.png"/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5932" y="1292616"/>
            <a:ext cx="7252137" cy="85507"/>
          </a:xfrm>
          <a:prstGeom prst="rect">
            <a:avLst/>
          </a:prstGeom>
        </p:spPr>
      </p:pic>
      <p:sp>
        <p:nvSpPr>
          <p:cNvPr id="19" name="Text Placeholder 23"/>
          <p:cNvSpPr>
            <a:spLocks noGrp="1" noChangeAspect="1"/>
          </p:cNvSpPr>
          <p:nvPr>
            <p:ph type="body" sz="quarter" idx="13"/>
            <p:custDataLst>
              <p:tags r:id="rId1"/>
            </p:custDataLst>
          </p:nvPr>
        </p:nvSpPr>
        <p:spPr>
          <a:xfrm>
            <a:off x="124157" y="2290138"/>
            <a:ext cx="2743200" cy="2114948"/>
          </a:xfrm>
        </p:spPr>
        <p:txBody>
          <a:bodyPr>
            <a:normAutofit/>
          </a:bodyPr>
          <a:lstStyle>
            <a:lvl1pPr>
              <a:defRPr sz="2000">
                <a:latin typeface="Franklin Gothic Book" panose="020B0503020102020204" pitchFamily="34" charset="0"/>
              </a:defRPr>
            </a:lvl1pPr>
            <a:lvl2pPr marL="742932" indent="-285744">
              <a:buFont typeface="Courier New" panose="02070309020205020404" pitchFamily="49" charset="0"/>
              <a:buChar char="o"/>
              <a:defRPr sz="1800">
                <a:latin typeface="Franklin Gothic Book" panose="020B0503020102020204" pitchFamily="34" charset="0"/>
              </a:defRPr>
            </a:lvl2pPr>
            <a:lvl3pPr marL="1200121" indent="-285744">
              <a:buFont typeface="Courier New" panose="02070309020205020404" pitchFamily="49" charset="0"/>
              <a:buChar char="o"/>
              <a:defRPr sz="1600">
                <a:latin typeface="Franklin Gothic Book" panose="020B0503020102020204" pitchFamily="34" charset="0"/>
              </a:defRPr>
            </a:lvl3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0" name="Text Placeholder 23"/>
          <p:cNvSpPr>
            <a:spLocks noGrp="1" noChangeAspect="1"/>
          </p:cNvSpPr>
          <p:nvPr>
            <p:ph type="body" sz="quarter" idx="14"/>
            <p:custDataLst>
              <p:tags r:id="rId2"/>
            </p:custDataLst>
          </p:nvPr>
        </p:nvSpPr>
        <p:spPr>
          <a:xfrm>
            <a:off x="3224541" y="2290138"/>
            <a:ext cx="2743200" cy="2114948"/>
          </a:xfrm>
        </p:spPr>
        <p:txBody>
          <a:bodyPr>
            <a:normAutofit/>
          </a:bodyPr>
          <a:lstStyle>
            <a:lvl1pPr>
              <a:defRPr sz="2000">
                <a:latin typeface="Franklin Gothic Book" panose="020B0503020102020204" pitchFamily="34" charset="0"/>
              </a:defRPr>
            </a:lvl1pPr>
            <a:lvl2pPr marL="742932" indent="-285744">
              <a:buFont typeface="Courier New" panose="02070309020205020404" pitchFamily="49" charset="0"/>
              <a:buChar char="o"/>
              <a:defRPr sz="1800">
                <a:latin typeface="Franklin Gothic Book" panose="020B0503020102020204" pitchFamily="34" charset="0"/>
              </a:defRPr>
            </a:lvl2pPr>
            <a:lvl3pPr marL="1200121" indent="-285744">
              <a:buFont typeface="Courier New" panose="02070309020205020404" pitchFamily="49" charset="0"/>
              <a:buChar char="o"/>
              <a:defRPr sz="1600">
                <a:latin typeface="Franklin Gothic Book" panose="020B0503020102020204" pitchFamily="34" charset="0"/>
              </a:defRPr>
            </a:lvl3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1" name="Text Placeholder 23"/>
          <p:cNvSpPr>
            <a:spLocks noGrp="1" noChangeAspect="1"/>
          </p:cNvSpPr>
          <p:nvPr>
            <p:ph type="body" sz="quarter" idx="16"/>
            <p:custDataLst>
              <p:tags r:id="rId3"/>
            </p:custDataLst>
          </p:nvPr>
        </p:nvSpPr>
        <p:spPr>
          <a:xfrm>
            <a:off x="6288854" y="2290138"/>
            <a:ext cx="2743200" cy="2114948"/>
          </a:xfrm>
        </p:spPr>
        <p:txBody>
          <a:bodyPr>
            <a:normAutofit/>
          </a:bodyPr>
          <a:lstStyle>
            <a:lvl1pPr>
              <a:defRPr sz="2000">
                <a:latin typeface="Franklin Gothic Book" panose="020B0503020102020204" pitchFamily="34" charset="0"/>
              </a:defRPr>
            </a:lvl1pPr>
            <a:lvl2pPr marL="742932" indent="-285744">
              <a:buFont typeface="Courier New" panose="02070309020205020404" pitchFamily="49" charset="0"/>
              <a:buChar char="o"/>
              <a:defRPr sz="1800">
                <a:latin typeface="Franklin Gothic Book" panose="020B0503020102020204" pitchFamily="34" charset="0"/>
              </a:defRPr>
            </a:lvl2pPr>
            <a:lvl3pPr marL="1142971" indent="-228594">
              <a:buFont typeface="Courier New" panose="02070309020205020404" pitchFamily="49" charset="0"/>
              <a:buChar char="o"/>
              <a:defRPr sz="1600">
                <a:latin typeface="Franklin Gothic Book" panose="020B0503020102020204" pitchFamily="34" charset="0"/>
              </a:defRPr>
            </a:lvl3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2" name="Text Placeholder 9"/>
          <p:cNvSpPr>
            <a:spLocks noGrp="1" noChangeAspect="1"/>
          </p:cNvSpPr>
          <p:nvPr>
            <p:ph type="body" sz="quarter" idx="17"/>
          </p:nvPr>
        </p:nvSpPr>
        <p:spPr>
          <a:xfrm>
            <a:off x="347995" y="1722608"/>
            <a:ext cx="2295525" cy="504825"/>
          </a:xfrm>
          <a:solidFill>
            <a:schemeClr val="accent1"/>
          </a:solidFill>
        </p:spPr>
        <p:txBody>
          <a:bodyPr>
            <a:noAutofit/>
          </a:bodyPr>
          <a:lstStyle>
            <a:lvl1pPr marL="0" indent="0" algn="ctr">
              <a:buNone/>
              <a:defRPr sz="2000" b="1">
                <a:solidFill>
                  <a:schemeClr val="bg1"/>
                </a:solidFill>
                <a:latin typeface="Franklin Gothic Book" panose="020B0503020102020204" pitchFamily="34" charset="0"/>
              </a:defRPr>
            </a:lvl1pPr>
            <a:lvl5pPr marL="1828754" indent="0">
              <a:buNone/>
              <a:defRPr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23" name="Text Placeholder 9"/>
          <p:cNvSpPr>
            <a:spLocks noGrp="1" noChangeAspect="1"/>
          </p:cNvSpPr>
          <p:nvPr>
            <p:ph type="body" sz="quarter" idx="18"/>
          </p:nvPr>
        </p:nvSpPr>
        <p:spPr>
          <a:xfrm>
            <a:off x="3448379" y="1722278"/>
            <a:ext cx="2295525" cy="504825"/>
          </a:xfrm>
          <a:solidFill>
            <a:schemeClr val="accent2"/>
          </a:solidFill>
        </p:spPr>
        <p:txBody>
          <a:bodyPr>
            <a:noAutofit/>
          </a:bodyPr>
          <a:lstStyle>
            <a:lvl1pPr marL="0" indent="0" algn="ctr">
              <a:buNone/>
              <a:defRPr sz="2000" b="1">
                <a:solidFill>
                  <a:schemeClr val="bg1"/>
                </a:solidFill>
                <a:latin typeface="Franklin Gothic Book" panose="020B0503020102020204" pitchFamily="34" charset="0"/>
              </a:defRPr>
            </a:lvl1pPr>
            <a:lvl5pPr marL="1828754" indent="0">
              <a:buNone/>
              <a:defRPr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24" name="Text Placeholder 9"/>
          <p:cNvSpPr>
            <a:spLocks noGrp="1" noChangeAspect="1"/>
          </p:cNvSpPr>
          <p:nvPr>
            <p:ph type="body" sz="quarter" idx="19"/>
          </p:nvPr>
        </p:nvSpPr>
        <p:spPr>
          <a:xfrm>
            <a:off x="6512693" y="1722277"/>
            <a:ext cx="2295525" cy="504825"/>
          </a:xfrm>
          <a:solidFill>
            <a:schemeClr val="accent4"/>
          </a:solidFill>
        </p:spPr>
        <p:txBody>
          <a:bodyPr>
            <a:noAutofit/>
          </a:bodyPr>
          <a:lstStyle>
            <a:lvl1pPr marL="0" indent="0" algn="ctr">
              <a:buNone/>
              <a:defRPr sz="2000" b="1">
                <a:solidFill>
                  <a:schemeClr val="bg1"/>
                </a:solidFill>
                <a:latin typeface="Franklin Gothic Book" panose="020B0503020102020204" pitchFamily="34" charset="0"/>
              </a:defRPr>
            </a:lvl1pPr>
            <a:lvl5pPr marL="1828754" indent="0">
              <a:buNone/>
              <a:defRPr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87140398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9_Transition Slide and Content_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 userDrawn="1"/>
        </p:nvSpPr>
        <p:spPr>
          <a:xfrm>
            <a:off x="0" y="4477672"/>
            <a:ext cx="9144000" cy="665828"/>
          </a:xfrm>
          <a:prstGeom prst="rect">
            <a:avLst/>
          </a:prstGeom>
          <a:solidFill>
            <a:srgbClr val="F390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15" name="Picture 14" descr="DenverLogo_4C_Rev.png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850" y="4591050"/>
            <a:ext cx="1270000" cy="424106"/>
          </a:xfrm>
          <a:prstGeom prst="rect">
            <a:avLst/>
          </a:prstGeom>
        </p:spPr>
      </p:pic>
      <p:pic>
        <p:nvPicPr>
          <p:cNvPr id="4" name="Picture 3" descr="ConnectWithUs_OrangeWhite.png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6150" y="4744900"/>
            <a:ext cx="4029456" cy="219456"/>
          </a:xfrm>
          <a:prstGeom prst="rect">
            <a:avLst/>
          </a:prstGeom>
        </p:spPr>
      </p:pic>
      <p:sp>
        <p:nvSpPr>
          <p:cNvPr id="12" name="Content Placeholder 3"/>
          <p:cNvSpPr>
            <a:spLocks noGrp="1"/>
          </p:cNvSpPr>
          <p:nvPr>
            <p:ph sz="quarter" idx="17"/>
          </p:nvPr>
        </p:nvSpPr>
        <p:spPr>
          <a:xfrm>
            <a:off x="5359781" y="209138"/>
            <a:ext cx="3425825" cy="3835050"/>
          </a:xfrm>
        </p:spPr>
        <p:txBody>
          <a:bodyPr>
            <a:normAutofit/>
          </a:bodyPr>
          <a:lstStyle>
            <a:lvl1pPr>
              <a:defRPr sz="2400">
                <a:latin typeface="Franklin Gothic Book" panose="020B0503020102020204" pitchFamily="34" charset="0"/>
              </a:defRPr>
            </a:lvl1pPr>
            <a:lvl2pPr marL="742932" indent="-285744">
              <a:buFont typeface="Arial" panose="020B0604020202020204" pitchFamily="34" charset="0"/>
              <a:buChar char="•"/>
              <a:defRPr sz="1800"/>
            </a:lvl2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pic>
        <p:nvPicPr>
          <p:cNvPr id="13" name="Picture 12" descr="ThinShearedLines_BlueRedYellow.png"/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612775" y="2869858"/>
            <a:ext cx="4572000" cy="79483"/>
          </a:xfrm>
          <a:prstGeom prst="rect">
            <a:avLst/>
          </a:prstGeom>
        </p:spPr>
      </p:pic>
      <p:sp>
        <p:nvSpPr>
          <p:cNvPr id="19" name="Title 1"/>
          <p:cNvSpPr>
            <a:spLocks noGrp="1" noChangeAspect="1"/>
          </p:cNvSpPr>
          <p:nvPr>
            <p:ph type="title"/>
          </p:nvPr>
        </p:nvSpPr>
        <p:spPr>
          <a:xfrm>
            <a:off x="612775" y="1661160"/>
            <a:ext cx="4572000" cy="1153367"/>
          </a:xfrm>
        </p:spPr>
        <p:txBody>
          <a:bodyPr>
            <a:normAutofit/>
          </a:bodyPr>
          <a:lstStyle>
            <a:lvl1pPr algn="l">
              <a:defRPr sz="3800" baseline="0">
                <a:solidFill>
                  <a:schemeClr val="accent2"/>
                </a:solidFill>
                <a:latin typeface="Franklin Gothic Book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0" name="Text Placeholder 1"/>
          <p:cNvSpPr>
            <a:spLocks noGrp="1" noChangeAspect="1"/>
          </p:cNvSpPr>
          <p:nvPr>
            <p:ph type="body" sz="quarter" idx="14"/>
            <p:custDataLst>
              <p:tags r:id="rId1"/>
            </p:custDataLst>
          </p:nvPr>
        </p:nvSpPr>
        <p:spPr>
          <a:xfrm>
            <a:off x="612775" y="3487960"/>
            <a:ext cx="4572000" cy="556228"/>
          </a:xfrm>
        </p:spPr>
        <p:txBody>
          <a:bodyPr>
            <a:normAutofit/>
          </a:bodyPr>
          <a:lstStyle>
            <a:lvl1pPr marL="0" indent="0">
              <a:buNone/>
              <a:defRPr sz="2200">
                <a:latin typeface="Franklin Gothic Book" panose="020B05030201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21" name="Text Placeholder 2"/>
          <p:cNvSpPr>
            <a:spLocks noGrp="1" noChangeAspect="1"/>
          </p:cNvSpPr>
          <p:nvPr>
            <p:ph type="body" sz="quarter" idx="16"/>
            <p:custDataLst>
              <p:tags r:id="rId2"/>
            </p:custDataLst>
          </p:nvPr>
        </p:nvSpPr>
        <p:spPr>
          <a:xfrm>
            <a:off x="612775" y="3008491"/>
            <a:ext cx="4572000" cy="424138"/>
          </a:xfrm>
        </p:spPr>
        <p:txBody>
          <a:bodyPr>
            <a:noAutofit/>
          </a:bodyPr>
          <a:lstStyle>
            <a:lvl1pPr marL="0" indent="0">
              <a:buNone/>
              <a:defRPr sz="2200">
                <a:latin typeface="Franklin Gothic Book" panose="020B0503020102020204" pitchFamily="34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4409014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Single Content Banner_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 userDrawn="1"/>
        </p:nvSpPr>
        <p:spPr>
          <a:xfrm>
            <a:off x="0" y="4477672"/>
            <a:ext cx="9144000" cy="665828"/>
          </a:xfrm>
          <a:prstGeom prst="rect">
            <a:avLst/>
          </a:prstGeom>
          <a:solidFill>
            <a:srgbClr val="F390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17" name="Picture 16" descr="HeaderBar_BlueRedYellow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118136"/>
            <a:ext cx="9144000" cy="438912"/>
          </a:xfrm>
          <a:prstGeom prst="rect">
            <a:avLst/>
          </a:prstGeom>
        </p:spPr>
      </p:pic>
      <p:pic>
        <p:nvPicPr>
          <p:cNvPr id="15" name="Picture 14" descr="DenverLogo_4C_Rev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850" y="4591050"/>
            <a:ext cx="1270000" cy="424106"/>
          </a:xfrm>
          <a:prstGeom prst="rect">
            <a:avLst/>
          </a:prstGeom>
        </p:spPr>
      </p:pic>
      <p:pic>
        <p:nvPicPr>
          <p:cNvPr id="4" name="Picture 3" descr="ConnectWithUs_OrangeWhite.png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6150" y="4744900"/>
            <a:ext cx="4029456" cy="219456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238250" y="798512"/>
            <a:ext cx="6858000" cy="967979"/>
          </a:xfrm>
        </p:spPr>
        <p:txBody>
          <a:bodyPr>
            <a:normAutofit/>
          </a:bodyPr>
          <a:lstStyle>
            <a:lvl1pPr algn="l">
              <a:defRPr sz="3800" baseline="0">
                <a:solidFill>
                  <a:schemeClr val="accent2"/>
                </a:solidFill>
                <a:latin typeface="Franklin Gothic Book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idx="1"/>
          </p:nvPr>
        </p:nvSpPr>
        <p:spPr>
          <a:xfrm>
            <a:off x="1238250" y="1960469"/>
            <a:ext cx="6858000" cy="1681163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2200" baseline="0">
                <a:solidFill>
                  <a:schemeClr val="tx1"/>
                </a:solidFill>
                <a:latin typeface="Franklin Gothic Book"/>
              </a:defRPr>
            </a:lvl1pPr>
            <a:lvl2pPr marL="0" indent="0">
              <a:spcBef>
                <a:spcPts val="0"/>
              </a:spcBef>
              <a:buFontTx/>
              <a:buNone/>
              <a:defRPr sz="2200" baseline="0">
                <a:solidFill>
                  <a:schemeClr val="tx1"/>
                </a:solidFill>
                <a:latin typeface="Franklin Gothic Book"/>
              </a:defRPr>
            </a:lvl2pPr>
            <a:lvl3pPr marL="0" indent="0">
              <a:spcBef>
                <a:spcPts val="0"/>
              </a:spcBef>
              <a:buFontTx/>
              <a:buNone/>
              <a:defRPr sz="2200" baseline="0">
                <a:solidFill>
                  <a:schemeClr val="tx1"/>
                </a:solidFill>
                <a:latin typeface="Franklin Gothic Book"/>
              </a:defRPr>
            </a:lvl3pPr>
            <a:lvl4pPr marL="0" indent="0">
              <a:spcBef>
                <a:spcPts val="0"/>
              </a:spcBef>
              <a:buFontTx/>
              <a:buNone/>
              <a:defRPr sz="2200" baseline="0">
                <a:solidFill>
                  <a:schemeClr val="tx1"/>
                </a:solidFill>
                <a:latin typeface="Franklin Gothic Book"/>
              </a:defRPr>
            </a:lvl4pPr>
            <a:lvl5pPr marL="0" indent="0">
              <a:spcBef>
                <a:spcPts val="0"/>
              </a:spcBef>
              <a:buFontTx/>
              <a:buNone/>
              <a:defRPr sz="2200" baseline="0">
                <a:solidFill>
                  <a:schemeClr val="tx1"/>
                </a:solidFill>
                <a:latin typeface="Franklin Gothic Book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 </a:t>
            </a:r>
          </a:p>
        </p:txBody>
      </p:sp>
    </p:spTree>
    <p:extLst>
      <p:ext uri="{BB962C8B-B14F-4D97-AF65-F5344CB8AC3E}">
        <p14:creationId xmlns:p14="http://schemas.microsoft.com/office/powerpoint/2010/main" val="930699132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1_Single Content_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8250" y="798512"/>
            <a:ext cx="6858000" cy="967979"/>
          </a:xfrm>
        </p:spPr>
        <p:txBody>
          <a:bodyPr>
            <a:normAutofit/>
          </a:bodyPr>
          <a:lstStyle>
            <a:lvl1pPr algn="l">
              <a:defRPr sz="3800" baseline="0">
                <a:solidFill>
                  <a:schemeClr val="accent2"/>
                </a:solidFill>
                <a:latin typeface="Franklin Gothic Book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38250" y="1960469"/>
            <a:ext cx="6858000" cy="1681163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2200" baseline="0">
                <a:solidFill>
                  <a:schemeClr val="tx1"/>
                </a:solidFill>
                <a:latin typeface="Franklin Gothic Book"/>
              </a:defRPr>
            </a:lvl1pPr>
            <a:lvl2pPr marL="0" indent="0">
              <a:spcBef>
                <a:spcPts val="0"/>
              </a:spcBef>
              <a:buFontTx/>
              <a:buNone/>
              <a:defRPr sz="2200" baseline="0">
                <a:solidFill>
                  <a:schemeClr val="tx1"/>
                </a:solidFill>
                <a:latin typeface="Franklin Gothic Book"/>
              </a:defRPr>
            </a:lvl2pPr>
            <a:lvl3pPr marL="0" indent="0">
              <a:spcBef>
                <a:spcPts val="0"/>
              </a:spcBef>
              <a:buFontTx/>
              <a:buNone/>
              <a:defRPr sz="2200" baseline="0">
                <a:solidFill>
                  <a:schemeClr val="tx1"/>
                </a:solidFill>
                <a:latin typeface="Franklin Gothic Book"/>
              </a:defRPr>
            </a:lvl3pPr>
            <a:lvl4pPr marL="0" indent="0">
              <a:spcBef>
                <a:spcPts val="0"/>
              </a:spcBef>
              <a:buFontTx/>
              <a:buNone/>
              <a:defRPr sz="2200" baseline="0">
                <a:solidFill>
                  <a:schemeClr val="tx1"/>
                </a:solidFill>
                <a:latin typeface="Franklin Gothic Book"/>
              </a:defRPr>
            </a:lvl4pPr>
            <a:lvl5pPr marL="0" indent="0">
              <a:spcBef>
                <a:spcPts val="0"/>
              </a:spcBef>
              <a:buFontTx/>
              <a:buNone/>
              <a:defRPr sz="2200" baseline="0">
                <a:solidFill>
                  <a:schemeClr val="tx1"/>
                </a:solidFill>
                <a:latin typeface="Franklin Gothic Book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 </a:t>
            </a:r>
          </a:p>
        </p:txBody>
      </p:sp>
      <p:sp>
        <p:nvSpPr>
          <p:cNvPr id="12" name="Rectangle 11"/>
          <p:cNvSpPr/>
          <p:nvPr userDrawn="1"/>
        </p:nvSpPr>
        <p:spPr>
          <a:xfrm>
            <a:off x="0" y="4477672"/>
            <a:ext cx="9144000" cy="665828"/>
          </a:xfrm>
          <a:prstGeom prst="rect">
            <a:avLst/>
          </a:prstGeom>
          <a:solidFill>
            <a:srgbClr val="F390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13" name="Picture 12" descr="DenverLogo_4C_Rev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850" y="4591050"/>
            <a:ext cx="1270000" cy="424106"/>
          </a:xfrm>
          <a:prstGeom prst="rect">
            <a:avLst/>
          </a:prstGeom>
        </p:spPr>
      </p:pic>
      <p:pic>
        <p:nvPicPr>
          <p:cNvPr id="14" name="Picture 13" descr="ConnectWithUs_OrangeWhite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6150" y="4744900"/>
            <a:ext cx="4029456" cy="219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9352168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Double Content_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 userDrawn="1"/>
        </p:nvSpPr>
        <p:spPr>
          <a:xfrm>
            <a:off x="0" y="4477672"/>
            <a:ext cx="9144000" cy="665828"/>
          </a:xfrm>
          <a:prstGeom prst="rect">
            <a:avLst/>
          </a:prstGeom>
          <a:solidFill>
            <a:srgbClr val="F390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15" name="Picture 14" descr="DenverLogo_4C_Rev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850" y="4591050"/>
            <a:ext cx="1270000" cy="424106"/>
          </a:xfrm>
          <a:prstGeom prst="rect">
            <a:avLst/>
          </a:prstGeom>
        </p:spPr>
      </p:pic>
      <p:pic>
        <p:nvPicPr>
          <p:cNvPr id="4" name="Picture 3" descr="ConnectWithUs_OrangeWhite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6150" y="4744900"/>
            <a:ext cx="4029456" cy="219456"/>
          </a:xfrm>
          <a:prstGeom prst="rect">
            <a:avLst/>
          </a:prstGeom>
        </p:spPr>
      </p:pic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1143000" y="343807"/>
            <a:ext cx="6858000" cy="814433"/>
          </a:xfrm>
        </p:spPr>
        <p:txBody>
          <a:bodyPr>
            <a:normAutofit/>
          </a:bodyPr>
          <a:lstStyle>
            <a:lvl1pPr algn="ctr">
              <a:defRPr sz="3800" baseline="0">
                <a:solidFill>
                  <a:srgbClr val="D9531E"/>
                </a:solidFill>
                <a:latin typeface="Franklin Gothic Book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8" name="Content Placeholder 2"/>
          <p:cNvSpPr>
            <a:spLocks noGrp="1"/>
          </p:cNvSpPr>
          <p:nvPr>
            <p:ph idx="10"/>
          </p:nvPr>
        </p:nvSpPr>
        <p:spPr>
          <a:xfrm>
            <a:off x="1143000" y="1247933"/>
            <a:ext cx="3340100" cy="2935448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2200" baseline="0">
                <a:solidFill>
                  <a:schemeClr val="tx1"/>
                </a:solidFill>
                <a:latin typeface="Franklin Gothic Book"/>
              </a:defRPr>
            </a:lvl1pPr>
            <a:lvl2pPr marL="0" indent="0">
              <a:spcBef>
                <a:spcPts val="0"/>
              </a:spcBef>
              <a:buFontTx/>
              <a:buNone/>
              <a:defRPr sz="2200" baseline="0">
                <a:solidFill>
                  <a:schemeClr val="tx1"/>
                </a:solidFill>
                <a:latin typeface="Franklin Gothic Book"/>
              </a:defRPr>
            </a:lvl2pPr>
            <a:lvl3pPr marL="0" indent="0">
              <a:spcBef>
                <a:spcPts val="0"/>
              </a:spcBef>
              <a:buFontTx/>
              <a:buNone/>
              <a:defRPr sz="2200" baseline="0">
                <a:solidFill>
                  <a:schemeClr val="tx1"/>
                </a:solidFill>
                <a:latin typeface="Franklin Gothic Book"/>
              </a:defRPr>
            </a:lvl3pPr>
            <a:lvl4pPr marL="0" indent="0">
              <a:spcBef>
                <a:spcPts val="0"/>
              </a:spcBef>
              <a:buFontTx/>
              <a:buNone/>
              <a:defRPr sz="2200" baseline="0">
                <a:solidFill>
                  <a:schemeClr val="tx1"/>
                </a:solidFill>
                <a:latin typeface="Franklin Gothic Book"/>
              </a:defRPr>
            </a:lvl4pPr>
            <a:lvl5pPr marL="0" indent="0">
              <a:spcBef>
                <a:spcPts val="0"/>
              </a:spcBef>
              <a:buFontTx/>
              <a:buNone/>
              <a:defRPr sz="2200" baseline="0">
                <a:solidFill>
                  <a:schemeClr val="tx1"/>
                </a:solidFill>
                <a:latin typeface="Franklin Gothic Book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 </a:t>
            </a:r>
          </a:p>
        </p:txBody>
      </p:sp>
      <p:sp>
        <p:nvSpPr>
          <p:cNvPr id="19" name="Content Placeholder 2"/>
          <p:cNvSpPr>
            <a:spLocks noGrp="1"/>
          </p:cNvSpPr>
          <p:nvPr>
            <p:ph idx="11"/>
          </p:nvPr>
        </p:nvSpPr>
        <p:spPr>
          <a:xfrm>
            <a:off x="4660900" y="1247933"/>
            <a:ext cx="3340100" cy="2935448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2200" baseline="0">
                <a:solidFill>
                  <a:schemeClr val="tx1"/>
                </a:solidFill>
                <a:latin typeface="Franklin Gothic Book"/>
              </a:defRPr>
            </a:lvl1pPr>
            <a:lvl2pPr marL="0" indent="0">
              <a:spcBef>
                <a:spcPts val="0"/>
              </a:spcBef>
              <a:buFontTx/>
              <a:buNone/>
              <a:defRPr sz="2200" baseline="0">
                <a:solidFill>
                  <a:schemeClr val="tx1"/>
                </a:solidFill>
                <a:latin typeface="Franklin Gothic Book"/>
              </a:defRPr>
            </a:lvl2pPr>
            <a:lvl3pPr marL="0" indent="0">
              <a:spcBef>
                <a:spcPts val="0"/>
              </a:spcBef>
              <a:buFontTx/>
              <a:buNone/>
              <a:defRPr sz="2200" baseline="0">
                <a:solidFill>
                  <a:schemeClr val="tx1"/>
                </a:solidFill>
                <a:latin typeface="Franklin Gothic Book"/>
              </a:defRPr>
            </a:lvl3pPr>
            <a:lvl4pPr marL="0" indent="0">
              <a:spcBef>
                <a:spcPts val="0"/>
              </a:spcBef>
              <a:buFontTx/>
              <a:buNone/>
              <a:defRPr sz="2200" baseline="0">
                <a:solidFill>
                  <a:schemeClr val="tx1"/>
                </a:solidFill>
                <a:latin typeface="Franklin Gothic Book"/>
              </a:defRPr>
            </a:lvl4pPr>
            <a:lvl5pPr marL="0" indent="0">
              <a:spcBef>
                <a:spcPts val="0"/>
              </a:spcBef>
              <a:buFontTx/>
              <a:buNone/>
              <a:defRPr sz="2200" baseline="0">
                <a:solidFill>
                  <a:schemeClr val="tx1"/>
                </a:solidFill>
                <a:latin typeface="Franklin Gothic Book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 </a:t>
            </a:r>
          </a:p>
        </p:txBody>
      </p:sp>
      <p:pic>
        <p:nvPicPr>
          <p:cNvPr id="20" name="Picture 19" descr="ThinShearedLines_BlueRedYellow.png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03200"/>
            <a:ext cx="9144000" cy="79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63177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01_Title Slide_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0" y="0"/>
            <a:ext cx="9144000" cy="4477673"/>
          </a:xfrm>
          <a:prstGeom prst="rect">
            <a:avLst/>
          </a:prstGeom>
          <a:solidFill>
            <a:srgbClr val="6D8D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6D8D24"/>
              </a:solidFill>
            </a:endParaRPr>
          </a:p>
        </p:txBody>
      </p:sp>
      <p:sp>
        <p:nvSpPr>
          <p:cNvPr id="8" name="Rectangle 7"/>
          <p:cNvSpPr/>
          <p:nvPr userDrawn="1"/>
        </p:nvSpPr>
        <p:spPr>
          <a:xfrm>
            <a:off x="0" y="4477672"/>
            <a:ext cx="9144000" cy="665828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8046" y="1460502"/>
            <a:ext cx="7144255" cy="1162049"/>
          </a:xfrm>
        </p:spPr>
        <p:txBody>
          <a:bodyPr>
            <a:noAutofit/>
          </a:bodyPr>
          <a:lstStyle>
            <a:lvl1pPr algn="l">
              <a:defRPr sz="4400">
                <a:solidFill>
                  <a:schemeClr val="bg1"/>
                </a:solidFill>
                <a:latin typeface="Franklin Gothic Book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98046" y="2622551"/>
            <a:ext cx="6458456" cy="64293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bg1"/>
                </a:solidFill>
                <a:latin typeface="Franklin Gothic Book"/>
                <a:cs typeface="Franklin Gothic Book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9" name="Parallelogram 8"/>
          <p:cNvSpPr/>
          <p:nvPr userDrawn="1"/>
        </p:nvSpPr>
        <p:spPr>
          <a:xfrm flipH="1">
            <a:off x="1098046" y="1236371"/>
            <a:ext cx="743454" cy="45719"/>
          </a:xfrm>
          <a:prstGeom prst="parallelogram">
            <a:avLst/>
          </a:prstGeom>
          <a:solidFill>
            <a:srgbClr val="F1E3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Picture 19" descr="DenverLogo_4C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850" y="4591050"/>
            <a:ext cx="1270000" cy="424106"/>
          </a:xfrm>
          <a:prstGeom prst="rect">
            <a:avLst/>
          </a:prstGeom>
        </p:spPr>
      </p:pic>
      <p:pic>
        <p:nvPicPr>
          <p:cNvPr id="5" name="Picture 4" descr="ThinShearedLines_PurpleOrangeYellow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80989"/>
            <a:ext cx="9144000" cy="691896"/>
          </a:xfrm>
          <a:prstGeom prst="rect">
            <a:avLst/>
          </a:prstGeom>
        </p:spPr>
      </p:pic>
      <p:pic>
        <p:nvPicPr>
          <p:cNvPr id="6" name="Picture 5" descr="ConnectWithUs_OrangeGrey.png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6150" y="4706430"/>
            <a:ext cx="4029456" cy="219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1630039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02_Title Slide_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0" y="261938"/>
            <a:ext cx="9144000" cy="4215735"/>
          </a:xfrm>
          <a:prstGeom prst="rect">
            <a:avLst/>
          </a:prstGeom>
          <a:solidFill>
            <a:srgbClr val="6D8D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/>
          <p:cNvSpPr/>
          <p:nvPr userDrawn="1"/>
        </p:nvSpPr>
        <p:spPr>
          <a:xfrm>
            <a:off x="0" y="4477672"/>
            <a:ext cx="9144000" cy="665828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8046" y="1460502"/>
            <a:ext cx="7144255" cy="1162049"/>
          </a:xfrm>
        </p:spPr>
        <p:txBody>
          <a:bodyPr>
            <a:noAutofit/>
          </a:bodyPr>
          <a:lstStyle>
            <a:lvl1pPr algn="l">
              <a:defRPr sz="4400">
                <a:solidFill>
                  <a:schemeClr val="bg1"/>
                </a:solidFill>
                <a:latin typeface="Franklin Gothic Book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98046" y="2622551"/>
            <a:ext cx="6458456" cy="64293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bg1"/>
                </a:solidFill>
                <a:latin typeface="Franklin Gothic Book"/>
                <a:cs typeface="Franklin Gothic Book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9" name="Parallelogram 8"/>
          <p:cNvSpPr/>
          <p:nvPr userDrawn="1"/>
        </p:nvSpPr>
        <p:spPr>
          <a:xfrm flipH="1">
            <a:off x="1098046" y="1236371"/>
            <a:ext cx="743454" cy="45719"/>
          </a:xfrm>
          <a:prstGeom prst="parallelogram">
            <a:avLst/>
          </a:prstGeom>
          <a:solidFill>
            <a:srgbClr val="F1E3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Picture 19" descr="DenverLogo_4C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850" y="4591050"/>
            <a:ext cx="1270000" cy="424106"/>
          </a:xfrm>
          <a:prstGeom prst="rect">
            <a:avLst/>
          </a:prstGeom>
        </p:spPr>
      </p:pic>
      <p:pic>
        <p:nvPicPr>
          <p:cNvPr id="4" name="Picture 3" descr="ConnectWithUs_PurpleGrey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6150" y="4706430"/>
            <a:ext cx="4029456" cy="219456"/>
          </a:xfrm>
          <a:prstGeom prst="rect">
            <a:avLst/>
          </a:prstGeom>
        </p:spPr>
      </p:pic>
      <p:pic>
        <p:nvPicPr>
          <p:cNvPr id="5" name="Picture 4" descr="HeaderBar_PurpleOrangeYellow.png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438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7376282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03_Title and Content_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4477672"/>
            <a:ext cx="9144000" cy="665828"/>
          </a:xfrm>
          <a:prstGeom prst="rect">
            <a:avLst/>
          </a:prstGeom>
          <a:solidFill>
            <a:srgbClr val="6D8D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6D8D24"/>
              </a:solidFill>
            </a:endParaRPr>
          </a:p>
        </p:txBody>
      </p:sp>
      <p:pic>
        <p:nvPicPr>
          <p:cNvPr id="18" name="Picture 17" descr="DenverLogo_4C_Rev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850" y="4591050"/>
            <a:ext cx="1270000" cy="4241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8250" y="1033462"/>
            <a:ext cx="6858000" cy="967979"/>
          </a:xfrm>
        </p:spPr>
        <p:txBody>
          <a:bodyPr>
            <a:normAutofit/>
          </a:bodyPr>
          <a:lstStyle>
            <a:lvl1pPr algn="l">
              <a:defRPr sz="3800" baseline="0">
                <a:solidFill>
                  <a:srgbClr val="F3901D"/>
                </a:solidFill>
                <a:latin typeface="Franklin Gothic Book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38250" y="2185987"/>
            <a:ext cx="6858000" cy="1681163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2200" baseline="0">
                <a:solidFill>
                  <a:schemeClr val="tx1"/>
                </a:solidFill>
                <a:latin typeface="Franklin Gothic Book"/>
              </a:defRPr>
            </a:lvl1pPr>
            <a:lvl2pPr marL="0" indent="0">
              <a:spcBef>
                <a:spcPts val="0"/>
              </a:spcBef>
              <a:buFontTx/>
              <a:buNone/>
              <a:defRPr sz="2200" baseline="0">
                <a:solidFill>
                  <a:schemeClr val="tx1"/>
                </a:solidFill>
                <a:latin typeface="Franklin Gothic Book"/>
              </a:defRPr>
            </a:lvl2pPr>
            <a:lvl3pPr marL="0" indent="0">
              <a:spcBef>
                <a:spcPts val="0"/>
              </a:spcBef>
              <a:buFontTx/>
              <a:buNone/>
              <a:defRPr sz="2200" baseline="0">
                <a:solidFill>
                  <a:schemeClr val="tx1"/>
                </a:solidFill>
                <a:latin typeface="Franklin Gothic Book"/>
              </a:defRPr>
            </a:lvl3pPr>
            <a:lvl4pPr marL="0" indent="0">
              <a:spcBef>
                <a:spcPts val="0"/>
              </a:spcBef>
              <a:buFontTx/>
              <a:buNone/>
              <a:defRPr sz="2200" baseline="0">
                <a:solidFill>
                  <a:schemeClr val="tx1"/>
                </a:solidFill>
                <a:latin typeface="Franklin Gothic Book"/>
              </a:defRPr>
            </a:lvl4pPr>
            <a:lvl5pPr marL="0" indent="0">
              <a:spcBef>
                <a:spcPts val="0"/>
              </a:spcBef>
              <a:buFontTx/>
              <a:buNone/>
              <a:defRPr sz="2200" baseline="0">
                <a:solidFill>
                  <a:schemeClr val="tx1"/>
                </a:solidFill>
                <a:latin typeface="Franklin Gothic Book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 </a:t>
            </a:r>
          </a:p>
        </p:txBody>
      </p:sp>
      <p:pic>
        <p:nvPicPr>
          <p:cNvPr id="19" name="Picture 18" descr="ConnectWithUs_YellowWhite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6150" y="4706430"/>
            <a:ext cx="4029456" cy="219456"/>
          </a:xfrm>
          <a:prstGeom prst="rect">
            <a:avLst/>
          </a:prstGeom>
        </p:spPr>
      </p:pic>
      <p:pic>
        <p:nvPicPr>
          <p:cNvPr id="4" name="Picture 3" descr="ThinShearedLines_PurpleOrangeYellow.png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2400"/>
            <a:ext cx="9144000" cy="79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9552456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4_Title and Content_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233764" y="1344846"/>
            <a:ext cx="1606557" cy="1031868"/>
          </a:xfrm>
        </p:spPr>
        <p:txBody>
          <a:bodyPr>
            <a:normAutofit/>
          </a:bodyPr>
          <a:lstStyle>
            <a:lvl1pPr algn="ctr">
              <a:defRPr sz="2200" baseline="0">
                <a:solidFill>
                  <a:schemeClr val="accent5"/>
                </a:solidFill>
                <a:latin typeface="Franklin Gothic Book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Rectangle 9"/>
          <p:cNvSpPr/>
          <p:nvPr userDrawn="1"/>
        </p:nvSpPr>
        <p:spPr>
          <a:xfrm>
            <a:off x="829890" y="467911"/>
            <a:ext cx="2414306" cy="2785738"/>
          </a:xfrm>
          <a:prstGeom prst="rect">
            <a:avLst/>
          </a:prstGeom>
          <a:noFill/>
          <a:ln w="762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2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172004" y="3470820"/>
            <a:ext cx="3730078" cy="832978"/>
          </a:xfrm>
        </p:spPr>
        <p:txBody>
          <a:bodyPr>
            <a:normAutofit/>
          </a:bodyPr>
          <a:lstStyle>
            <a:lvl1pPr marL="0" indent="0" algn="ctr">
              <a:buNone/>
              <a:defRPr sz="1800" baseline="0">
                <a:latin typeface="Franklin Gothic Book" panose="020B0503020102020204" pitchFamily="34" charset="0"/>
              </a:defRPr>
            </a:lvl1pPr>
          </a:lstStyle>
          <a:p>
            <a:pPr lvl="0"/>
            <a:r>
              <a:rPr lang="en-US" dirty="0"/>
              <a:t>Click to edit sub master text styles</a:t>
            </a:r>
          </a:p>
        </p:txBody>
      </p:sp>
      <p:sp>
        <p:nvSpPr>
          <p:cNvPr id="14" name="Content Placeholder 2"/>
          <p:cNvSpPr>
            <a:spLocks noGrp="1" noChangeAspect="1"/>
          </p:cNvSpPr>
          <p:nvPr>
            <p:ph idx="1"/>
          </p:nvPr>
        </p:nvSpPr>
        <p:spPr>
          <a:xfrm>
            <a:off x="4586514" y="467911"/>
            <a:ext cx="4325257" cy="3835887"/>
          </a:xfrm>
        </p:spPr>
        <p:txBody>
          <a:bodyPr>
            <a:normAutofit/>
          </a:bodyPr>
          <a:lstStyle>
            <a:lvl1pPr marL="342891" indent="-342891">
              <a:spcBef>
                <a:spcPts val="0"/>
              </a:spcBef>
              <a:buFont typeface="Arial" panose="020B0604020202020204" pitchFamily="34" charset="0"/>
              <a:buChar char="•"/>
              <a:defRPr sz="2200" baseline="0">
                <a:solidFill>
                  <a:schemeClr val="tx1"/>
                </a:solidFill>
                <a:latin typeface="Franklin Gothic Book"/>
              </a:defRPr>
            </a:lvl1pPr>
            <a:lvl2pPr marL="342891" indent="-342891">
              <a:spcBef>
                <a:spcPts val="0"/>
              </a:spcBef>
              <a:buFont typeface="Arial" panose="020B0604020202020204" pitchFamily="34" charset="0"/>
              <a:buChar char="•"/>
              <a:defRPr sz="2200" baseline="0">
                <a:solidFill>
                  <a:schemeClr val="tx1"/>
                </a:solidFill>
                <a:latin typeface="Franklin Gothic Book"/>
              </a:defRPr>
            </a:lvl2pPr>
            <a:lvl3pPr marL="0" indent="0">
              <a:spcBef>
                <a:spcPts val="0"/>
              </a:spcBef>
              <a:buFontTx/>
              <a:buNone/>
              <a:defRPr sz="2200" baseline="0">
                <a:solidFill>
                  <a:schemeClr val="tx1"/>
                </a:solidFill>
                <a:latin typeface="Franklin Gothic Book"/>
              </a:defRPr>
            </a:lvl3pPr>
            <a:lvl4pPr marL="682608" indent="-342891">
              <a:spcBef>
                <a:spcPts val="0"/>
              </a:spcBef>
              <a:buFont typeface="Arial" panose="020B0604020202020204" pitchFamily="34" charset="0"/>
              <a:buChar char="•"/>
              <a:defRPr sz="2000" baseline="0">
                <a:solidFill>
                  <a:schemeClr val="tx1"/>
                </a:solidFill>
                <a:latin typeface="Franklin Gothic Book"/>
              </a:defRPr>
            </a:lvl4pPr>
            <a:lvl5pPr marL="0" indent="0">
              <a:spcBef>
                <a:spcPts val="0"/>
              </a:spcBef>
              <a:buFontTx/>
              <a:buNone/>
              <a:defRPr sz="2200" baseline="0">
                <a:solidFill>
                  <a:schemeClr val="tx1"/>
                </a:solidFill>
                <a:latin typeface="Franklin Gothic Book"/>
              </a:defRPr>
            </a:lvl5pPr>
            <a:lvl6pPr marL="914377" indent="-228594">
              <a:defRPr sz="1800">
                <a:latin typeface="Franklin Gothic Book" panose="020B0503020102020204" pitchFamily="34" charset="0"/>
              </a:defRPr>
            </a:lvl6pPr>
          </a:lstStyle>
          <a:p>
            <a:pPr lvl="0"/>
            <a:r>
              <a:rPr lang="en-US" dirty="0"/>
              <a:t>Edit Master text styles</a:t>
            </a:r>
          </a:p>
          <a:p>
            <a:pPr lvl="3"/>
            <a:r>
              <a:rPr lang="en-US" dirty="0"/>
              <a:t>Second level</a:t>
            </a:r>
          </a:p>
          <a:p>
            <a:pPr lvl="5"/>
            <a:r>
              <a:rPr lang="en-US" dirty="0"/>
              <a:t>Third level</a:t>
            </a:r>
          </a:p>
        </p:txBody>
      </p:sp>
      <p:pic>
        <p:nvPicPr>
          <p:cNvPr id="16" name="Picture 15" descr="ThinShearedLines_PurpleOrangeYellow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003" y="3322411"/>
            <a:ext cx="3730078" cy="79646"/>
          </a:xfrm>
          <a:prstGeom prst="rect">
            <a:avLst/>
          </a:prstGeom>
        </p:spPr>
      </p:pic>
      <p:sp>
        <p:nvSpPr>
          <p:cNvPr id="21" name="Rectangle 20"/>
          <p:cNvSpPr/>
          <p:nvPr userDrawn="1"/>
        </p:nvSpPr>
        <p:spPr>
          <a:xfrm>
            <a:off x="0" y="4477672"/>
            <a:ext cx="9144000" cy="665828"/>
          </a:xfrm>
          <a:prstGeom prst="rect">
            <a:avLst/>
          </a:prstGeom>
          <a:solidFill>
            <a:srgbClr val="6D8D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22" name="Picture 21" descr="DenverLogo_4C_Rev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850" y="4591050"/>
            <a:ext cx="1270000" cy="424106"/>
          </a:xfrm>
          <a:prstGeom prst="rect">
            <a:avLst/>
          </a:prstGeom>
        </p:spPr>
      </p:pic>
      <p:pic>
        <p:nvPicPr>
          <p:cNvPr id="23" name="Picture 22" descr="ConnectWithUs_YellowWhite.png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6150" y="4744900"/>
            <a:ext cx="4029456" cy="219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9311563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5_Three Content Category_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 noChangeAspect="1"/>
          </p:cNvSpPr>
          <p:nvPr>
            <p:ph type="title"/>
          </p:nvPr>
        </p:nvSpPr>
        <p:spPr>
          <a:xfrm>
            <a:off x="134166" y="307910"/>
            <a:ext cx="4448344" cy="1290638"/>
          </a:xfrm>
          <a:noFill/>
        </p:spPr>
        <p:txBody>
          <a:bodyPr>
            <a:normAutofit/>
          </a:bodyPr>
          <a:lstStyle>
            <a:lvl1pPr algn="l">
              <a:defRPr sz="3800" baseline="0">
                <a:solidFill>
                  <a:schemeClr val="accent2"/>
                </a:solidFill>
                <a:latin typeface="Franklin Gothic Book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Content Placeholder 2"/>
          <p:cNvSpPr>
            <a:spLocks noGrp="1" noChangeAspect="1"/>
          </p:cNvSpPr>
          <p:nvPr>
            <p:ph idx="1"/>
          </p:nvPr>
        </p:nvSpPr>
        <p:spPr>
          <a:xfrm>
            <a:off x="4756150" y="307911"/>
            <a:ext cx="4251216" cy="4087033"/>
          </a:xfrm>
        </p:spPr>
        <p:txBody>
          <a:bodyPr>
            <a:normAutofit/>
          </a:bodyPr>
          <a:lstStyle>
            <a:lvl1pPr marL="342891" indent="-342891">
              <a:spcBef>
                <a:spcPts val="0"/>
              </a:spcBef>
              <a:buFont typeface="Arial" panose="020B0604020202020204" pitchFamily="34" charset="0"/>
              <a:buChar char="•"/>
              <a:defRPr sz="2200" baseline="0">
                <a:solidFill>
                  <a:schemeClr val="tx1"/>
                </a:solidFill>
                <a:latin typeface="Franklin Gothic Book"/>
              </a:defRPr>
            </a:lvl1pPr>
            <a:lvl2pPr marL="342891" indent="-342891">
              <a:spcBef>
                <a:spcPts val="0"/>
              </a:spcBef>
              <a:buFont typeface="Arial" panose="020B0604020202020204" pitchFamily="34" charset="0"/>
              <a:buChar char="•"/>
              <a:defRPr sz="2200" baseline="0">
                <a:solidFill>
                  <a:schemeClr val="tx1"/>
                </a:solidFill>
                <a:latin typeface="Franklin Gothic Book"/>
              </a:defRPr>
            </a:lvl2pPr>
            <a:lvl3pPr marL="0" indent="0">
              <a:spcBef>
                <a:spcPts val="0"/>
              </a:spcBef>
              <a:buFontTx/>
              <a:buNone/>
              <a:defRPr sz="2200" baseline="0">
                <a:solidFill>
                  <a:schemeClr val="tx1"/>
                </a:solidFill>
                <a:latin typeface="Franklin Gothic Book"/>
              </a:defRPr>
            </a:lvl3pPr>
            <a:lvl4pPr marL="682608" indent="-342891">
              <a:spcBef>
                <a:spcPts val="0"/>
              </a:spcBef>
              <a:buFont typeface="Arial" panose="020B0604020202020204" pitchFamily="34" charset="0"/>
              <a:buChar char="•"/>
              <a:defRPr sz="2000" baseline="0">
                <a:solidFill>
                  <a:schemeClr val="tx1"/>
                </a:solidFill>
                <a:latin typeface="Franklin Gothic Book"/>
              </a:defRPr>
            </a:lvl4pPr>
            <a:lvl5pPr marL="0" indent="0">
              <a:spcBef>
                <a:spcPts val="0"/>
              </a:spcBef>
              <a:buFontTx/>
              <a:buNone/>
              <a:defRPr sz="2200" baseline="0">
                <a:solidFill>
                  <a:schemeClr val="tx1"/>
                </a:solidFill>
                <a:latin typeface="Franklin Gothic Book"/>
              </a:defRPr>
            </a:lvl5pPr>
            <a:lvl6pPr marL="914377" indent="-228594">
              <a:defRPr sz="1800">
                <a:latin typeface="Franklin Gothic Book" panose="020B0503020102020204" pitchFamily="34" charset="0"/>
              </a:defRPr>
            </a:lvl6pPr>
          </a:lstStyle>
          <a:p>
            <a:pPr lvl="0"/>
            <a:r>
              <a:rPr lang="en-US" dirty="0"/>
              <a:t>Edit Master text styles</a:t>
            </a:r>
          </a:p>
          <a:p>
            <a:pPr lvl="3"/>
            <a:r>
              <a:rPr lang="en-US" dirty="0"/>
              <a:t>Second level</a:t>
            </a:r>
          </a:p>
          <a:p>
            <a:pPr lvl="5"/>
            <a:r>
              <a:rPr lang="en-US" dirty="0"/>
              <a:t>Third level</a:t>
            </a:r>
          </a:p>
        </p:txBody>
      </p:sp>
      <p:sp>
        <p:nvSpPr>
          <p:cNvPr id="10" name="Text Placeholder 32"/>
          <p:cNvSpPr>
            <a:spLocks noGrp="1"/>
          </p:cNvSpPr>
          <p:nvPr>
            <p:ph type="body" sz="quarter" idx="26"/>
          </p:nvPr>
        </p:nvSpPr>
        <p:spPr>
          <a:xfrm>
            <a:off x="323850" y="1796467"/>
            <a:ext cx="4258660" cy="691805"/>
          </a:xfrm>
        </p:spPr>
        <p:txBody>
          <a:bodyPr/>
          <a:lstStyle>
            <a:lvl1pPr marL="0" indent="0">
              <a:buNone/>
              <a:defRPr sz="1800" b="0">
                <a:latin typeface="Franklin Gothic Book" panose="020B0503020102020204" pitchFamily="34" charset="0"/>
              </a:defRPr>
            </a:lvl1pPr>
            <a:lvl2pPr marL="285744" indent="-285744">
              <a:buFont typeface="Arial" panose="020B0604020202020204" pitchFamily="34" charset="0"/>
              <a:buChar char="•"/>
              <a:defRPr sz="1400">
                <a:latin typeface="Franklin Gothic Book" panose="020B0503020102020204" pitchFamily="34" charset="0"/>
              </a:defRPr>
            </a:lvl2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2" name="Rectangle 11"/>
          <p:cNvSpPr>
            <a:spLocks/>
          </p:cNvSpPr>
          <p:nvPr userDrawn="1"/>
        </p:nvSpPr>
        <p:spPr>
          <a:xfrm>
            <a:off x="139656" y="1802472"/>
            <a:ext cx="45719" cy="685800"/>
          </a:xfrm>
          <a:prstGeom prst="rect">
            <a:avLst/>
          </a:prstGeom>
          <a:solidFill>
            <a:srgbClr val="400F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3" name="Text Placeholder 32"/>
          <p:cNvSpPr>
            <a:spLocks noGrp="1"/>
          </p:cNvSpPr>
          <p:nvPr>
            <p:ph type="body" sz="quarter" idx="27"/>
          </p:nvPr>
        </p:nvSpPr>
        <p:spPr>
          <a:xfrm>
            <a:off x="323850" y="2697766"/>
            <a:ext cx="4258660" cy="685056"/>
          </a:xfrm>
        </p:spPr>
        <p:txBody>
          <a:bodyPr/>
          <a:lstStyle>
            <a:lvl1pPr marL="0" indent="0">
              <a:buNone/>
              <a:defRPr sz="1800" b="0">
                <a:latin typeface="Franklin Gothic Book" panose="020B0503020102020204" pitchFamily="34" charset="0"/>
              </a:defRPr>
            </a:lvl1pPr>
            <a:lvl2pPr marL="285744" indent="-285744">
              <a:buFont typeface="Arial" panose="020B0604020202020204" pitchFamily="34" charset="0"/>
              <a:buChar char="•"/>
              <a:defRPr sz="1400">
                <a:latin typeface="Franklin Gothic Book" panose="020B0503020102020204" pitchFamily="34" charset="0"/>
              </a:defRPr>
            </a:lvl2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4" name="Rectangle 13"/>
          <p:cNvSpPr>
            <a:spLocks/>
          </p:cNvSpPr>
          <p:nvPr userDrawn="1"/>
        </p:nvSpPr>
        <p:spPr>
          <a:xfrm>
            <a:off x="139655" y="2697022"/>
            <a:ext cx="45719" cy="6858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6" name="Text Placeholder 32"/>
          <p:cNvSpPr>
            <a:spLocks noGrp="1"/>
          </p:cNvSpPr>
          <p:nvPr>
            <p:ph type="body" sz="quarter" idx="28"/>
          </p:nvPr>
        </p:nvSpPr>
        <p:spPr>
          <a:xfrm>
            <a:off x="323850" y="3593088"/>
            <a:ext cx="4258660" cy="684284"/>
          </a:xfrm>
        </p:spPr>
        <p:txBody>
          <a:bodyPr/>
          <a:lstStyle>
            <a:lvl1pPr marL="0" indent="0">
              <a:buNone/>
              <a:defRPr sz="1800" b="0">
                <a:latin typeface="Franklin Gothic Book" panose="020B0503020102020204" pitchFamily="34" charset="0"/>
              </a:defRPr>
            </a:lvl1pPr>
            <a:lvl2pPr marL="342891" indent="-342891">
              <a:buFont typeface="Arial" panose="020B0604020202020204" pitchFamily="34" charset="0"/>
              <a:buChar char="•"/>
              <a:defRPr sz="1400">
                <a:latin typeface="Franklin Gothic Book" panose="020B0503020102020204" pitchFamily="34" charset="0"/>
              </a:defRPr>
            </a:lvl2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8" name="Rectangle 17"/>
          <p:cNvSpPr>
            <a:spLocks/>
          </p:cNvSpPr>
          <p:nvPr userDrawn="1"/>
        </p:nvSpPr>
        <p:spPr>
          <a:xfrm>
            <a:off x="139654" y="3591572"/>
            <a:ext cx="45719" cy="6858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7" name="Rectangle 16"/>
          <p:cNvSpPr/>
          <p:nvPr userDrawn="1"/>
        </p:nvSpPr>
        <p:spPr>
          <a:xfrm>
            <a:off x="0" y="4477672"/>
            <a:ext cx="9144000" cy="665828"/>
          </a:xfrm>
          <a:prstGeom prst="rect">
            <a:avLst/>
          </a:prstGeom>
          <a:solidFill>
            <a:srgbClr val="6D8D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22" name="Picture 21" descr="DenverLogo_4C_Rev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850" y="4591050"/>
            <a:ext cx="1270000" cy="424106"/>
          </a:xfrm>
          <a:prstGeom prst="rect">
            <a:avLst/>
          </a:prstGeom>
        </p:spPr>
      </p:pic>
      <p:pic>
        <p:nvPicPr>
          <p:cNvPr id="23" name="Picture 22" descr="ConnectWithUs_YellowWhite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6150" y="4744900"/>
            <a:ext cx="4029456" cy="219456"/>
          </a:xfrm>
          <a:prstGeom prst="rect">
            <a:avLst/>
          </a:prstGeom>
        </p:spPr>
      </p:pic>
      <p:pic>
        <p:nvPicPr>
          <p:cNvPr id="24" name="Picture 23" descr="ThinShearedLines_PurpleOrangeYellow.png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2400"/>
            <a:ext cx="9144000" cy="79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4716537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6_Five Content Category_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 noChangeAspect="1"/>
          </p:cNvSpPr>
          <p:nvPr>
            <p:ph type="title"/>
          </p:nvPr>
        </p:nvSpPr>
        <p:spPr>
          <a:xfrm>
            <a:off x="134166" y="307910"/>
            <a:ext cx="4448344" cy="1290638"/>
          </a:xfrm>
          <a:noFill/>
        </p:spPr>
        <p:txBody>
          <a:bodyPr>
            <a:normAutofit/>
          </a:bodyPr>
          <a:lstStyle>
            <a:lvl1pPr algn="l">
              <a:defRPr sz="3800" baseline="0">
                <a:solidFill>
                  <a:schemeClr val="accent2"/>
                </a:solidFill>
                <a:latin typeface="Franklin Gothic Book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Content Placeholder 2"/>
          <p:cNvSpPr>
            <a:spLocks noGrp="1" noChangeAspect="1"/>
          </p:cNvSpPr>
          <p:nvPr>
            <p:ph idx="1"/>
          </p:nvPr>
        </p:nvSpPr>
        <p:spPr>
          <a:xfrm>
            <a:off x="4756150" y="307911"/>
            <a:ext cx="4251216" cy="4087033"/>
          </a:xfrm>
        </p:spPr>
        <p:txBody>
          <a:bodyPr>
            <a:normAutofit/>
          </a:bodyPr>
          <a:lstStyle>
            <a:lvl1pPr marL="342891" indent="-342891">
              <a:spcBef>
                <a:spcPts val="0"/>
              </a:spcBef>
              <a:buFont typeface="Arial" panose="020B0604020202020204" pitchFamily="34" charset="0"/>
              <a:buChar char="•"/>
              <a:defRPr sz="2200" baseline="0">
                <a:solidFill>
                  <a:schemeClr val="tx1"/>
                </a:solidFill>
                <a:latin typeface="Franklin Gothic Book"/>
              </a:defRPr>
            </a:lvl1pPr>
            <a:lvl2pPr marL="342891" indent="-342891">
              <a:spcBef>
                <a:spcPts val="0"/>
              </a:spcBef>
              <a:buFont typeface="Arial" panose="020B0604020202020204" pitchFamily="34" charset="0"/>
              <a:buChar char="•"/>
              <a:defRPr sz="2200" baseline="0">
                <a:solidFill>
                  <a:schemeClr val="tx1"/>
                </a:solidFill>
                <a:latin typeface="Franklin Gothic Book"/>
              </a:defRPr>
            </a:lvl2pPr>
            <a:lvl3pPr marL="0" indent="0">
              <a:spcBef>
                <a:spcPts val="0"/>
              </a:spcBef>
              <a:buFontTx/>
              <a:buNone/>
              <a:defRPr sz="2200" baseline="0">
                <a:solidFill>
                  <a:schemeClr val="tx1"/>
                </a:solidFill>
                <a:latin typeface="Franklin Gothic Book"/>
              </a:defRPr>
            </a:lvl3pPr>
            <a:lvl4pPr marL="682608" indent="-342891">
              <a:spcBef>
                <a:spcPts val="0"/>
              </a:spcBef>
              <a:buFont typeface="Arial" panose="020B0604020202020204" pitchFamily="34" charset="0"/>
              <a:buChar char="•"/>
              <a:defRPr sz="2000" baseline="0">
                <a:solidFill>
                  <a:schemeClr val="tx1"/>
                </a:solidFill>
                <a:latin typeface="Franklin Gothic Book"/>
              </a:defRPr>
            </a:lvl4pPr>
            <a:lvl5pPr marL="0" indent="0">
              <a:spcBef>
                <a:spcPts val="0"/>
              </a:spcBef>
              <a:buFontTx/>
              <a:buNone/>
              <a:defRPr sz="2200" baseline="0">
                <a:solidFill>
                  <a:schemeClr val="tx1"/>
                </a:solidFill>
                <a:latin typeface="Franklin Gothic Book"/>
              </a:defRPr>
            </a:lvl5pPr>
            <a:lvl6pPr marL="914377" indent="-228594">
              <a:defRPr sz="1800">
                <a:latin typeface="Franklin Gothic Book" panose="020B0503020102020204" pitchFamily="34" charset="0"/>
              </a:defRPr>
            </a:lvl6pPr>
          </a:lstStyle>
          <a:p>
            <a:pPr lvl="0"/>
            <a:r>
              <a:rPr lang="en-US" dirty="0"/>
              <a:t>Edit Master text styles</a:t>
            </a:r>
          </a:p>
          <a:p>
            <a:pPr lvl="3"/>
            <a:r>
              <a:rPr lang="en-US" dirty="0"/>
              <a:t>Second level</a:t>
            </a:r>
          </a:p>
          <a:p>
            <a:pPr lvl="5"/>
            <a:r>
              <a:rPr lang="en-US" dirty="0"/>
              <a:t>Third level</a:t>
            </a:r>
          </a:p>
        </p:txBody>
      </p:sp>
      <p:sp>
        <p:nvSpPr>
          <p:cNvPr id="10" name="Text Placeholder 32"/>
          <p:cNvSpPr>
            <a:spLocks noGrp="1"/>
          </p:cNvSpPr>
          <p:nvPr>
            <p:ph type="body" sz="quarter" idx="26"/>
          </p:nvPr>
        </p:nvSpPr>
        <p:spPr>
          <a:xfrm>
            <a:off x="323850" y="1686360"/>
            <a:ext cx="4258660" cy="541299"/>
          </a:xfrm>
        </p:spPr>
        <p:txBody>
          <a:bodyPr/>
          <a:lstStyle>
            <a:lvl1pPr marL="0" indent="0">
              <a:buNone/>
              <a:defRPr sz="1800" b="0">
                <a:latin typeface="Franklin Gothic Book" panose="020B0503020102020204" pitchFamily="34" charset="0"/>
              </a:defRPr>
            </a:lvl1pPr>
            <a:lvl2pPr marL="285744" indent="-285744">
              <a:buFont typeface="Arial" panose="020B0604020202020204" pitchFamily="34" charset="0"/>
              <a:buChar char="•"/>
              <a:defRPr sz="1400">
                <a:latin typeface="Franklin Gothic Book" panose="020B0503020102020204" pitchFamily="34" charset="0"/>
              </a:defRPr>
            </a:lvl2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2" name="Rectangle 11"/>
          <p:cNvSpPr>
            <a:spLocks/>
          </p:cNvSpPr>
          <p:nvPr userDrawn="1"/>
        </p:nvSpPr>
        <p:spPr>
          <a:xfrm>
            <a:off x="139656" y="1686360"/>
            <a:ext cx="45719" cy="54864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3" name="Text Placeholder 32"/>
          <p:cNvSpPr>
            <a:spLocks noGrp="1"/>
          </p:cNvSpPr>
          <p:nvPr>
            <p:ph type="body" sz="quarter" idx="27"/>
          </p:nvPr>
        </p:nvSpPr>
        <p:spPr>
          <a:xfrm>
            <a:off x="323850" y="2402858"/>
            <a:ext cx="4258660" cy="551323"/>
          </a:xfrm>
        </p:spPr>
        <p:txBody>
          <a:bodyPr/>
          <a:lstStyle>
            <a:lvl1pPr marL="0" indent="0">
              <a:buNone/>
              <a:defRPr sz="1800" b="0">
                <a:latin typeface="Franklin Gothic Book" panose="020B0503020102020204" pitchFamily="34" charset="0"/>
              </a:defRPr>
            </a:lvl1pPr>
            <a:lvl2pPr marL="285744" indent="-285744">
              <a:buFont typeface="Arial" panose="020B0604020202020204" pitchFamily="34" charset="0"/>
              <a:buChar char="•"/>
              <a:defRPr sz="1400">
                <a:latin typeface="Franklin Gothic Book" panose="020B0503020102020204" pitchFamily="34" charset="0"/>
              </a:defRPr>
            </a:lvl2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4" name="Rectangle 13"/>
          <p:cNvSpPr>
            <a:spLocks/>
          </p:cNvSpPr>
          <p:nvPr userDrawn="1"/>
        </p:nvSpPr>
        <p:spPr>
          <a:xfrm>
            <a:off x="139655" y="2405541"/>
            <a:ext cx="45719" cy="54864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6" name="Text Placeholder 32"/>
          <p:cNvSpPr>
            <a:spLocks noGrp="1"/>
          </p:cNvSpPr>
          <p:nvPr>
            <p:ph type="body" sz="quarter" idx="28"/>
          </p:nvPr>
        </p:nvSpPr>
        <p:spPr>
          <a:xfrm>
            <a:off x="323850" y="3124722"/>
            <a:ext cx="4258660" cy="548640"/>
          </a:xfrm>
        </p:spPr>
        <p:txBody>
          <a:bodyPr/>
          <a:lstStyle>
            <a:lvl1pPr marL="0" indent="0">
              <a:buNone/>
              <a:defRPr sz="1800" b="0">
                <a:latin typeface="Franklin Gothic Book" panose="020B0503020102020204" pitchFamily="34" charset="0"/>
              </a:defRPr>
            </a:lvl1pPr>
            <a:lvl2pPr marL="342891" indent="-342891">
              <a:buFont typeface="Arial" panose="020B0604020202020204" pitchFamily="34" charset="0"/>
              <a:buChar char="•"/>
              <a:defRPr sz="1400">
                <a:latin typeface="Franklin Gothic Book" panose="020B0503020102020204" pitchFamily="34" charset="0"/>
              </a:defRPr>
            </a:lvl2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8" name="Rectangle 17"/>
          <p:cNvSpPr>
            <a:spLocks/>
          </p:cNvSpPr>
          <p:nvPr userDrawn="1"/>
        </p:nvSpPr>
        <p:spPr>
          <a:xfrm>
            <a:off x="139654" y="3124722"/>
            <a:ext cx="45719" cy="54864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9" name="Text Placeholder 32"/>
          <p:cNvSpPr>
            <a:spLocks noGrp="1"/>
          </p:cNvSpPr>
          <p:nvPr>
            <p:ph type="body" sz="quarter" idx="29"/>
          </p:nvPr>
        </p:nvSpPr>
        <p:spPr>
          <a:xfrm>
            <a:off x="323850" y="3848561"/>
            <a:ext cx="4258660" cy="546383"/>
          </a:xfrm>
        </p:spPr>
        <p:txBody>
          <a:bodyPr/>
          <a:lstStyle>
            <a:lvl1pPr marL="0" indent="0">
              <a:buNone/>
              <a:defRPr sz="1800" b="0">
                <a:latin typeface="Franklin Gothic Book" panose="020B0503020102020204" pitchFamily="34" charset="0"/>
              </a:defRPr>
            </a:lvl1pPr>
            <a:lvl2pPr marL="342891" indent="-342891">
              <a:buFont typeface="Arial" panose="020B0604020202020204" pitchFamily="34" charset="0"/>
              <a:buChar char="•"/>
              <a:defRPr sz="1400">
                <a:latin typeface="Franklin Gothic Book" panose="020B0503020102020204" pitchFamily="34" charset="0"/>
              </a:defRPr>
            </a:lvl2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20" name="Rectangle 19"/>
          <p:cNvSpPr>
            <a:spLocks/>
          </p:cNvSpPr>
          <p:nvPr userDrawn="1"/>
        </p:nvSpPr>
        <p:spPr>
          <a:xfrm>
            <a:off x="134166" y="3846304"/>
            <a:ext cx="45719" cy="54864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2" name="Rectangle 21"/>
          <p:cNvSpPr/>
          <p:nvPr userDrawn="1"/>
        </p:nvSpPr>
        <p:spPr>
          <a:xfrm>
            <a:off x="0" y="4477672"/>
            <a:ext cx="9144000" cy="665828"/>
          </a:xfrm>
          <a:prstGeom prst="rect">
            <a:avLst/>
          </a:prstGeom>
          <a:solidFill>
            <a:srgbClr val="6D8D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23" name="Picture 22" descr="DenverLogo_4C_Rev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850" y="4591050"/>
            <a:ext cx="1270000" cy="424106"/>
          </a:xfrm>
          <a:prstGeom prst="rect">
            <a:avLst/>
          </a:prstGeom>
        </p:spPr>
      </p:pic>
      <p:pic>
        <p:nvPicPr>
          <p:cNvPr id="24" name="Picture 23" descr="ConnectWithUs_YellowWhite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6150" y="4744900"/>
            <a:ext cx="4029456" cy="219456"/>
          </a:xfrm>
          <a:prstGeom prst="rect">
            <a:avLst/>
          </a:prstGeom>
        </p:spPr>
      </p:pic>
      <p:pic>
        <p:nvPicPr>
          <p:cNvPr id="25" name="Picture 24" descr="ThinShearedLines_PurpleOrangeYellow.png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2400"/>
            <a:ext cx="9144000" cy="79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3980244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7_Multi Content_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 noChangeAspect="1"/>
          </p:cNvSpPr>
          <p:nvPr>
            <p:ph type="title"/>
          </p:nvPr>
        </p:nvSpPr>
        <p:spPr>
          <a:xfrm>
            <a:off x="401934" y="209138"/>
            <a:ext cx="4138243" cy="1153367"/>
          </a:xfrm>
        </p:spPr>
        <p:txBody>
          <a:bodyPr>
            <a:normAutofit/>
          </a:bodyPr>
          <a:lstStyle>
            <a:lvl1pPr algn="l">
              <a:defRPr sz="3800" baseline="0">
                <a:solidFill>
                  <a:schemeClr val="accent2"/>
                </a:solidFill>
                <a:latin typeface="Franklin Gothic Book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7"/>
          </p:nvPr>
        </p:nvSpPr>
        <p:spPr>
          <a:xfrm>
            <a:off x="4699840" y="209138"/>
            <a:ext cx="3993662" cy="4198316"/>
          </a:xfrm>
        </p:spPr>
        <p:txBody>
          <a:bodyPr>
            <a:normAutofit/>
          </a:bodyPr>
          <a:lstStyle>
            <a:lvl1pPr>
              <a:defRPr sz="2400">
                <a:latin typeface="Franklin Gothic Book" panose="020B0503020102020204" pitchFamily="34" charset="0"/>
              </a:defRPr>
            </a:lvl1pPr>
            <a:lvl2pPr marL="742932" indent="-285744">
              <a:buFont typeface="Courier New" panose="02070309020205020404" pitchFamily="49" charset="0"/>
              <a:buChar char="o"/>
              <a:defRPr sz="2000"/>
            </a:lvl2pPr>
            <a:lvl3pPr marL="1143000" indent="-228600">
              <a:buFont typeface="Arial" panose="020B0604020202020204" pitchFamily="34" charset="0"/>
              <a:buChar char="•"/>
              <a:defRPr sz="1800"/>
            </a:lvl3pPr>
            <a:lvl4pPr marL="1600200" indent="-228600">
              <a:buFont typeface="Courier New" panose="02070309020205020404" pitchFamily="49" charset="0"/>
              <a:buChar char="o"/>
              <a:defRPr sz="1600"/>
            </a:lvl4pPr>
            <a:lvl5pPr marL="2057400" indent="-228600">
              <a:buFont typeface="Arial" panose="020B0604020202020204" pitchFamily="34" charset="0"/>
              <a:buChar char="•"/>
              <a:defRPr sz="14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Content Placeholder 3"/>
          <p:cNvSpPr>
            <a:spLocks noGrp="1"/>
          </p:cNvSpPr>
          <p:nvPr>
            <p:ph sz="quarter" idx="18"/>
          </p:nvPr>
        </p:nvSpPr>
        <p:spPr>
          <a:xfrm>
            <a:off x="401934" y="1666708"/>
            <a:ext cx="4138243" cy="2740746"/>
          </a:xfrm>
        </p:spPr>
        <p:txBody>
          <a:bodyPr>
            <a:normAutofit/>
          </a:bodyPr>
          <a:lstStyle>
            <a:lvl1pPr>
              <a:defRPr sz="2400">
                <a:latin typeface="Franklin Gothic Book" panose="020B0503020102020204" pitchFamily="34" charset="0"/>
              </a:defRPr>
            </a:lvl1pPr>
            <a:lvl2pPr marL="742932" indent="-285744">
              <a:buFont typeface="Courier New" panose="02070309020205020404" pitchFamily="49" charset="0"/>
              <a:buChar char="o"/>
              <a:defRPr sz="2000"/>
            </a:lvl2pPr>
            <a:lvl3pPr marL="1143000" indent="-228600">
              <a:buFont typeface="Arial" panose="020B0604020202020204" pitchFamily="34" charset="0"/>
              <a:buChar char="•"/>
              <a:defRPr sz="1800"/>
            </a:lvl3pPr>
            <a:lvl4pPr marL="1600200" indent="-228600">
              <a:buFont typeface="Courier New" panose="02070309020205020404" pitchFamily="49" charset="0"/>
              <a:buChar char="o"/>
              <a:defRPr sz="1600"/>
            </a:lvl4pPr>
            <a:lvl5pPr marL="2057400" indent="-228600">
              <a:buFont typeface="Arial" panose="020B0604020202020204" pitchFamily="34" charset="0"/>
              <a:buChar char="•"/>
              <a:defRPr sz="14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Rectangle 15"/>
          <p:cNvSpPr/>
          <p:nvPr userDrawn="1"/>
        </p:nvSpPr>
        <p:spPr>
          <a:xfrm>
            <a:off x="0" y="4477672"/>
            <a:ext cx="9144000" cy="665828"/>
          </a:xfrm>
          <a:prstGeom prst="rect">
            <a:avLst/>
          </a:prstGeom>
          <a:solidFill>
            <a:srgbClr val="6D8D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18" name="Picture 17" descr="DenverLogo_4C_Rev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850" y="4591050"/>
            <a:ext cx="1270000" cy="424106"/>
          </a:xfrm>
          <a:prstGeom prst="rect">
            <a:avLst/>
          </a:prstGeom>
        </p:spPr>
      </p:pic>
      <p:pic>
        <p:nvPicPr>
          <p:cNvPr id="19" name="Picture 18" descr="ConnectWithUs_YellowWhite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6150" y="4744900"/>
            <a:ext cx="4029456" cy="219456"/>
          </a:xfrm>
          <a:prstGeom prst="rect">
            <a:avLst/>
          </a:prstGeom>
        </p:spPr>
      </p:pic>
      <p:pic>
        <p:nvPicPr>
          <p:cNvPr id="20" name="Picture 19" descr="ThinShearedLines_PurpleOrangeYellow.png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934" y="1366152"/>
            <a:ext cx="4138243" cy="83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8297752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8_Three Boxed Content_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-1" y="0"/>
            <a:ext cx="9144000" cy="1602031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45931" y="311144"/>
            <a:ext cx="7252137" cy="967979"/>
          </a:xfrm>
        </p:spPr>
        <p:txBody>
          <a:bodyPr>
            <a:normAutofit/>
          </a:bodyPr>
          <a:lstStyle>
            <a:lvl1pPr algn="ctr">
              <a:defRPr sz="3800" baseline="0">
                <a:solidFill>
                  <a:schemeClr val="bg1"/>
                </a:solidFill>
                <a:latin typeface="Franklin Gothic Book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9" name="Text Placeholder 23"/>
          <p:cNvSpPr>
            <a:spLocks noGrp="1" noChangeAspect="1"/>
          </p:cNvSpPr>
          <p:nvPr>
            <p:ph type="body" sz="quarter" idx="13"/>
            <p:custDataLst>
              <p:tags r:id="rId1"/>
            </p:custDataLst>
          </p:nvPr>
        </p:nvSpPr>
        <p:spPr>
          <a:xfrm>
            <a:off x="124157" y="2290138"/>
            <a:ext cx="2743200" cy="2114948"/>
          </a:xfrm>
        </p:spPr>
        <p:txBody>
          <a:bodyPr>
            <a:normAutofit/>
          </a:bodyPr>
          <a:lstStyle>
            <a:lvl1pPr>
              <a:defRPr sz="2000">
                <a:latin typeface="Franklin Gothic Book" panose="020B0503020102020204" pitchFamily="34" charset="0"/>
              </a:defRPr>
            </a:lvl1pPr>
            <a:lvl2pPr marL="742932" indent="-285744">
              <a:buFont typeface="Courier New" panose="02070309020205020404" pitchFamily="49" charset="0"/>
              <a:buChar char="o"/>
              <a:defRPr sz="1800">
                <a:latin typeface="Franklin Gothic Book" panose="020B0503020102020204" pitchFamily="34" charset="0"/>
              </a:defRPr>
            </a:lvl2pPr>
            <a:lvl3pPr marL="1200121" indent="-285744">
              <a:buFont typeface="Courier New" panose="02070309020205020404" pitchFamily="49" charset="0"/>
              <a:buChar char="o"/>
              <a:defRPr sz="1600">
                <a:latin typeface="Franklin Gothic Book" panose="020B0503020102020204" pitchFamily="34" charset="0"/>
              </a:defRPr>
            </a:lvl3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0" name="Text Placeholder 23"/>
          <p:cNvSpPr>
            <a:spLocks noGrp="1" noChangeAspect="1"/>
          </p:cNvSpPr>
          <p:nvPr>
            <p:ph type="body" sz="quarter" idx="14"/>
            <p:custDataLst>
              <p:tags r:id="rId2"/>
            </p:custDataLst>
          </p:nvPr>
        </p:nvSpPr>
        <p:spPr>
          <a:xfrm>
            <a:off x="3224541" y="2290138"/>
            <a:ext cx="2743200" cy="2114948"/>
          </a:xfrm>
        </p:spPr>
        <p:txBody>
          <a:bodyPr>
            <a:normAutofit/>
          </a:bodyPr>
          <a:lstStyle>
            <a:lvl1pPr>
              <a:defRPr sz="2000">
                <a:latin typeface="Franklin Gothic Book" panose="020B0503020102020204" pitchFamily="34" charset="0"/>
              </a:defRPr>
            </a:lvl1pPr>
            <a:lvl2pPr marL="742932" indent="-285744">
              <a:buFont typeface="Courier New" panose="02070309020205020404" pitchFamily="49" charset="0"/>
              <a:buChar char="o"/>
              <a:defRPr sz="1800">
                <a:latin typeface="Franklin Gothic Book" panose="020B0503020102020204" pitchFamily="34" charset="0"/>
              </a:defRPr>
            </a:lvl2pPr>
            <a:lvl3pPr marL="1200121" indent="-285744">
              <a:buFont typeface="Courier New" panose="02070309020205020404" pitchFamily="49" charset="0"/>
              <a:buChar char="o"/>
              <a:defRPr sz="1600">
                <a:latin typeface="Franklin Gothic Book" panose="020B0503020102020204" pitchFamily="34" charset="0"/>
              </a:defRPr>
            </a:lvl3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1" name="Text Placeholder 23"/>
          <p:cNvSpPr>
            <a:spLocks noGrp="1" noChangeAspect="1"/>
          </p:cNvSpPr>
          <p:nvPr>
            <p:ph type="body" sz="quarter" idx="16"/>
            <p:custDataLst>
              <p:tags r:id="rId3"/>
            </p:custDataLst>
          </p:nvPr>
        </p:nvSpPr>
        <p:spPr>
          <a:xfrm>
            <a:off x="6288854" y="2290138"/>
            <a:ext cx="2743200" cy="2114948"/>
          </a:xfrm>
        </p:spPr>
        <p:txBody>
          <a:bodyPr>
            <a:normAutofit/>
          </a:bodyPr>
          <a:lstStyle>
            <a:lvl1pPr>
              <a:defRPr sz="2000">
                <a:latin typeface="Franklin Gothic Book" panose="020B0503020102020204" pitchFamily="34" charset="0"/>
              </a:defRPr>
            </a:lvl1pPr>
            <a:lvl2pPr marL="742932" indent="-285744">
              <a:buFont typeface="Courier New" panose="02070309020205020404" pitchFamily="49" charset="0"/>
              <a:buChar char="o"/>
              <a:defRPr sz="1800">
                <a:latin typeface="Franklin Gothic Book" panose="020B0503020102020204" pitchFamily="34" charset="0"/>
              </a:defRPr>
            </a:lvl2pPr>
            <a:lvl3pPr marL="1142971" indent="-228594">
              <a:buFont typeface="Courier New" panose="02070309020205020404" pitchFamily="49" charset="0"/>
              <a:buChar char="o"/>
              <a:defRPr sz="1600">
                <a:latin typeface="Franklin Gothic Book" panose="020B0503020102020204" pitchFamily="34" charset="0"/>
              </a:defRPr>
            </a:lvl3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2" name="Text Placeholder 9"/>
          <p:cNvSpPr>
            <a:spLocks noGrp="1" noChangeAspect="1"/>
          </p:cNvSpPr>
          <p:nvPr>
            <p:ph type="body" sz="quarter" idx="17"/>
          </p:nvPr>
        </p:nvSpPr>
        <p:spPr>
          <a:xfrm>
            <a:off x="347995" y="1722608"/>
            <a:ext cx="2295525" cy="504825"/>
          </a:xfrm>
          <a:solidFill>
            <a:srgbClr val="400F60"/>
          </a:solidFill>
        </p:spPr>
        <p:txBody>
          <a:bodyPr>
            <a:noAutofit/>
          </a:bodyPr>
          <a:lstStyle>
            <a:lvl1pPr marL="0" indent="0" algn="ctr">
              <a:buNone/>
              <a:defRPr sz="2000" b="1">
                <a:solidFill>
                  <a:schemeClr val="bg1"/>
                </a:solidFill>
                <a:latin typeface="Franklin Gothic Book" panose="020B0503020102020204" pitchFamily="34" charset="0"/>
              </a:defRPr>
            </a:lvl1pPr>
            <a:lvl5pPr marL="1828754" indent="0">
              <a:buNone/>
              <a:defRPr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23" name="Text Placeholder 9"/>
          <p:cNvSpPr>
            <a:spLocks noGrp="1" noChangeAspect="1"/>
          </p:cNvSpPr>
          <p:nvPr>
            <p:ph type="body" sz="quarter" idx="18"/>
          </p:nvPr>
        </p:nvSpPr>
        <p:spPr>
          <a:xfrm>
            <a:off x="3448379" y="1722278"/>
            <a:ext cx="2295525" cy="504825"/>
          </a:xfrm>
          <a:solidFill>
            <a:schemeClr val="accent5"/>
          </a:solidFill>
        </p:spPr>
        <p:txBody>
          <a:bodyPr>
            <a:noAutofit/>
          </a:bodyPr>
          <a:lstStyle>
            <a:lvl1pPr marL="0" indent="0" algn="ctr">
              <a:buNone/>
              <a:defRPr sz="2000" b="1">
                <a:solidFill>
                  <a:schemeClr val="bg1"/>
                </a:solidFill>
                <a:latin typeface="Franklin Gothic Book" panose="020B0503020102020204" pitchFamily="34" charset="0"/>
              </a:defRPr>
            </a:lvl1pPr>
            <a:lvl5pPr marL="1828754" indent="0">
              <a:buNone/>
              <a:defRPr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24" name="Text Placeholder 9"/>
          <p:cNvSpPr>
            <a:spLocks noGrp="1" noChangeAspect="1"/>
          </p:cNvSpPr>
          <p:nvPr>
            <p:ph type="body" sz="quarter" idx="19"/>
          </p:nvPr>
        </p:nvSpPr>
        <p:spPr>
          <a:xfrm>
            <a:off x="6512693" y="1722277"/>
            <a:ext cx="2295525" cy="504825"/>
          </a:xfrm>
          <a:solidFill>
            <a:schemeClr val="accent4"/>
          </a:solidFill>
        </p:spPr>
        <p:txBody>
          <a:bodyPr>
            <a:noAutofit/>
          </a:bodyPr>
          <a:lstStyle>
            <a:lvl1pPr marL="0" indent="0" algn="ctr">
              <a:buNone/>
              <a:defRPr sz="2000" b="1">
                <a:solidFill>
                  <a:schemeClr val="bg1"/>
                </a:solidFill>
                <a:latin typeface="Franklin Gothic Book" panose="020B0503020102020204" pitchFamily="34" charset="0"/>
              </a:defRPr>
            </a:lvl1pPr>
            <a:lvl5pPr marL="1828754" indent="0">
              <a:buNone/>
              <a:defRPr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25" name="Rectangle 24"/>
          <p:cNvSpPr/>
          <p:nvPr userDrawn="1"/>
        </p:nvSpPr>
        <p:spPr>
          <a:xfrm>
            <a:off x="0" y="4477672"/>
            <a:ext cx="9144000" cy="665828"/>
          </a:xfrm>
          <a:prstGeom prst="rect">
            <a:avLst/>
          </a:prstGeom>
          <a:solidFill>
            <a:srgbClr val="6D8D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26" name="Picture 25" descr="DenverLogo_4C_Rev.png"/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850" y="4591050"/>
            <a:ext cx="1270000" cy="424106"/>
          </a:xfrm>
          <a:prstGeom prst="rect">
            <a:avLst/>
          </a:prstGeom>
        </p:spPr>
      </p:pic>
      <p:pic>
        <p:nvPicPr>
          <p:cNvPr id="27" name="Picture 26" descr="ConnectWithUs_YellowWhite.png"/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6150" y="4744900"/>
            <a:ext cx="4029456" cy="219456"/>
          </a:xfrm>
          <a:prstGeom prst="rect">
            <a:avLst/>
          </a:prstGeom>
        </p:spPr>
      </p:pic>
      <p:pic>
        <p:nvPicPr>
          <p:cNvPr id="28" name="Picture 27" descr="ThinShearedLines_PurpleOrangeYellow.png"/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5931" y="1292315"/>
            <a:ext cx="7251192" cy="83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3657056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9_Transition Slide and Content_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 noChangeAspect="1"/>
          </p:cNvSpPr>
          <p:nvPr>
            <p:ph type="title"/>
          </p:nvPr>
        </p:nvSpPr>
        <p:spPr>
          <a:xfrm>
            <a:off x="612775" y="1661160"/>
            <a:ext cx="4572000" cy="1153367"/>
          </a:xfrm>
        </p:spPr>
        <p:txBody>
          <a:bodyPr>
            <a:normAutofit/>
          </a:bodyPr>
          <a:lstStyle>
            <a:lvl1pPr algn="l">
              <a:defRPr sz="3800" baseline="0">
                <a:solidFill>
                  <a:schemeClr val="accent5"/>
                </a:solidFill>
                <a:latin typeface="Franklin Gothic Book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Text Placeholder 1"/>
          <p:cNvSpPr>
            <a:spLocks noGrp="1" noChangeAspect="1"/>
          </p:cNvSpPr>
          <p:nvPr>
            <p:ph type="body" sz="quarter" idx="14"/>
            <p:custDataLst>
              <p:tags r:id="rId1"/>
            </p:custDataLst>
          </p:nvPr>
        </p:nvSpPr>
        <p:spPr>
          <a:xfrm>
            <a:off x="612775" y="3487960"/>
            <a:ext cx="4572000" cy="556228"/>
          </a:xfrm>
        </p:spPr>
        <p:txBody>
          <a:bodyPr>
            <a:normAutofit/>
          </a:bodyPr>
          <a:lstStyle>
            <a:lvl1pPr marL="0" indent="0">
              <a:buNone/>
              <a:defRPr sz="2200">
                <a:latin typeface="Franklin Gothic Book" panose="020B05030201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0" name="Text Placeholder 2"/>
          <p:cNvSpPr>
            <a:spLocks noGrp="1" noChangeAspect="1"/>
          </p:cNvSpPr>
          <p:nvPr>
            <p:ph type="body" sz="quarter" idx="16"/>
            <p:custDataLst>
              <p:tags r:id="rId2"/>
            </p:custDataLst>
          </p:nvPr>
        </p:nvSpPr>
        <p:spPr>
          <a:xfrm>
            <a:off x="612775" y="3008491"/>
            <a:ext cx="4572000" cy="424138"/>
          </a:xfrm>
        </p:spPr>
        <p:txBody>
          <a:bodyPr>
            <a:noAutofit/>
          </a:bodyPr>
          <a:lstStyle>
            <a:lvl1pPr marL="0" indent="0">
              <a:buNone/>
              <a:defRPr sz="2200">
                <a:latin typeface="Franklin Gothic Book" panose="020B05030201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2" name="Content Placeholder 3"/>
          <p:cNvSpPr>
            <a:spLocks noGrp="1"/>
          </p:cNvSpPr>
          <p:nvPr>
            <p:ph sz="quarter" idx="17"/>
          </p:nvPr>
        </p:nvSpPr>
        <p:spPr>
          <a:xfrm>
            <a:off x="5359781" y="209138"/>
            <a:ext cx="3425825" cy="3835050"/>
          </a:xfrm>
        </p:spPr>
        <p:txBody>
          <a:bodyPr>
            <a:normAutofit/>
          </a:bodyPr>
          <a:lstStyle>
            <a:lvl1pPr>
              <a:defRPr sz="2400">
                <a:latin typeface="Franklin Gothic Book" panose="020B0503020102020204" pitchFamily="34" charset="0"/>
              </a:defRPr>
            </a:lvl1pPr>
            <a:lvl2pPr marL="742932" indent="-285744">
              <a:buFont typeface="Arial" panose="020B0604020202020204" pitchFamily="34" charset="0"/>
              <a:buChar char="•"/>
              <a:defRPr sz="1800"/>
            </a:lvl2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4" name="Rectangle 13"/>
          <p:cNvSpPr/>
          <p:nvPr userDrawn="1"/>
        </p:nvSpPr>
        <p:spPr>
          <a:xfrm>
            <a:off x="0" y="4477672"/>
            <a:ext cx="9144000" cy="665828"/>
          </a:xfrm>
          <a:prstGeom prst="rect">
            <a:avLst/>
          </a:prstGeom>
          <a:solidFill>
            <a:srgbClr val="6D8D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16" name="Picture 15" descr="DenverLogo_4C_Rev.png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850" y="4591050"/>
            <a:ext cx="1270000" cy="424106"/>
          </a:xfrm>
          <a:prstGeom prst="rect">
            <a:avLst/>
          </a:prstGeom>
        </p:spPr>
      </p:pic>
      <p:pic>
        <p:nvPicPr>
          <p:cNvPr id="18" name="Picture 17" descr="ConnectWithUs_YellowWhite.png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6150" y="4744900"/>
            <a:ext cx="4029456" cy="219456"/>
          </a:xfrm>
          <a:prstGeom prst="rect">
            <a:avLst/>
          </a:prstGeom>
        </p:spPr>
      </p:pic>
      <p:pic>
        <p:nvPicPr>
          <p:cNvPr id="19" name="Picture 18" descr="ThinShearedLines_PurpleOrangeYellow.png"/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775" y="2869858"/>
            <a:ext cx="4572000" cy="83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8264816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Single Content Banner_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 userDrawn="1"/>
        </p:nvSpPr>
        <p:spPr>
          <a:xfrm>
            <a:off x="0" y="4477672"/>
            <a:ext cx="9144000" cy="665828"/>
          </a:xfrm>
          <a:prstGeom prst="rect">
            <a:avLst/>
          </a:prstGeom>
          <a:solidFill>
            <a:srgbClr val="6D8D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15" name="Picture 14" descr="DenverLogo_4C_Rev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850" y="4591050"/>
            <a:ext cx="1270000" cy="424106"/>
          </a:xfrm>
          <a:prstGeom prst="rect">
            <a:avLst/>
          </a:prstGeom>
        </p:spPr>
      </p:pic>
      <p:pic>
        <p:nvPicPr>
          <p:cNvPr id="16" name="Picture 15" descr="ConnectWithUs_YellowWhite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6150" y="4744900"/>
            <a:ext cx="4029456" cy="219456"/>
          </a:xfrm>
          <a:prstGeom prst="rect">
            <a:avLst/>
          </a:prstGeom>
        </p:spPr>
      </p:pic>
      <p:pic>
        <p:nvPicPr>
          <p:cNvPr id="8" name="Picture 7" descr="HeaderBar_PurpleOrangeYellow.png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118136"/>
            <a:ext cx="9144000" cy="438912"/>
          </a:xfrm>
          <a:prstGeom prst="rect">
            <a:avLst/>
          </a:prstGeom>
        </p:spPr>
      </p:pic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1238250" y="798512"/>
            <a:ext cx="6858000" cy="967979"/>
          </a:xfrm>
        </p:spPr>
        <p:txBody>
          <a:bodyPr>
            <a:normAutofit/>
          </a:bodyPr>
          <a:lstStyle>
            <a:lvl1pPr algn="l">
              <a:defRPr sz="3800" baseline="0">
                <a:solidFill>
                  <a:schemeClr val="accent5"/>
                </a:solidFill>
                <a:latin typeface="Franklin Gothic Book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Content Placeholder 2"/>
          <p:cNvSpPr>
            <a:spLocks noGrp="1"/>
          </p:cNvSpPr>
          <p:nvPr>
            <p:ph idx="1"/>
          </p:nvPr>
        </p:nvSpPr>
        <p:spPr>
          <a:xfrm>
            <a:off x="1238250" y="1960469"/>
            <a:ext cx="6858000" cy="1681163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2200" baseline="0">
                <a:solidFill>
                  <a:schemeClr val="tx1"/>
                </a:solidFill>
                <a:latin typeface="Franklin Gothic Book"/>
              </a:defRPr>
            </a:lvl1pPr>
            <a:lvl2pPr marL="0" indent="0">
              <a:spcBef>
                <a:spcPts val="0"/>
              </a:spcBef>
              <a:buFontTx/>
              <a:buNone/>
              <a:defRPr sz="2200" baseline="0">
                <a:solidFill>
                  <a:schemeClr val="tx1"/>
                </a:solidFill>
                <a:latin typeface="Franklin Gothic Book"/>
              </a:defRPr>
            </a:lvl2pPr>
            <a:lvl3pPr marL="0" indent="0">
              <a:spcBef>
                <a:spcPts val="0"/>
              </a:spcBef>
              <a:buFontTx/>
              <a:buNone/>
              <a:defRPr sz="2200" baseline="0">
                <a:solidFill>
                  <a:schemeClr val="tx1"/>
                </a:solidFill>
                <a:latin typeface="Franklin Gothic Book"/>
              </a:defRPr>
            </a:lvl3pPr>
            <a:lvl4pPr marL="0" indent="0">
              <a:spcBef>
                <a:spcPts val="0"/>
              </a:spcBef>
              <a:buFontTx/>
              <a:buNone/>
              <a:defRPr sz="2200" baseline="0">
                <a:solidFill>
                  <a:schemeClr val="tx1"/>
                </a:solidFill>
                <a:latin typeface="Franklin Gothic Book"/>
              </a:defRPr>
            </a:lvl4pPr>
            <a:lvl5pPr marL="0" indent="0">
              <a:spcBef>
                <a:spcPts val="0"/>
              </a:spcBef>
              <a:buFontTx/>
              <a:buNone/>
              <a:defRPr sz="2200" baseline="0">
                <a:solidFill>
                  <a:schemeClr val="tx1"/>
                </a:solidFill>
                <a:latin typeface="Franklin Gothic Book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 </a:t>
            </a:r>
          </a:p>
        </p:txBody>
      </p:sp>
    </p:spTree>
    <p:extLst>
      <p:ext uri="{BB962C8B-B14F-4D97-AF65-F5344CB8AC3E}">
        <p14:creationId xmlns:p14="http://schemas.microsoft.com/office/powerpoint/2010/main" val="4126206072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1_Single Content_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 userDrawn="1"/>
        </p:nvSpPr>
        <p:spPr>
          <a:xfrm>
            <a:off x="0" y="4477672"/>
            <a:ext cx="9144000" cy="665828"/>
          </a:xfrm>
          <a:prstGeom prst="rect">
            <a:avLst/>
          </a:prstGeom>
          <a:solidFill>
            <a:srgbClr val="F390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8250" y="798512"/>
            <a:ext cx="6858000" cy="967979"/>
          </a:xfrm>
        </p:spPr>
        <p:txBody>
          <a:bodyPr>
            <a:normAutofit/>
          </a:bodyPr>
          <a:lstStyle>
            <a:lvl1pPr algn="l">
              <a:defRPr sz="3800" baseline="0">
                <a:solidFill>
                  <a:schemeClr val="accent5"/>
                </a:solidFill>
                <a:latin typeface="Franklin Gothic Book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38250" y="1960469"/>
            <a:ext cx="6858000" cy="1681163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2200" baseline="0">
                <a:solidFill>
                  <a:schemeClr val="tx1"/>
                </a:solidFill>
                <a:latin typeface="Franklin Gothic Book"/>
              </a:defRPr>
            </a:lvl1pPr>
            <a:lvl2pPr marL="0" indent="0">
              <a:spcBef>
                <a:spcPts val="0"/>
              </a:spcBef>
              <a:buFontTx/>
              <a:buNone/>
              <a:defRPr sz="2200" baseline="0">
                <a:solidFill>
                  <a:schemeClr val="tx1"/>
                </a:solidFill>
                <a:latin typeface="Franklin Gothic Book"/>
              </a:defRPr>
            </a:lvl2pPr>
            <a:lvl3pPr marL="0" indent="0">
              <a:spcBef>
                <a:spcPts val="0"/>
              </a:spcBef>
              <a:buFontTx/>
              <a:buNone/>
              <a:defRPr sz="2200" baseline="0">
                <a:solidFill>
                  <a:schemeClr val="tx1"/>
                </a:solidFill>
                <a:latin typeface="Franklin Gothic Book"/>
              </a:defRPr>
            </a:lvl3pPr>
            <a:lvl4pPr marL="0" indent="0">
              <a:spcBef>
                <a:spcPts val="0"/>
              </a:spcBef>
              <a:buFontTx/>
              <a:buNone/>
              <a:defRPr sz="2200" baseline="0">
                <a:solidFill>
                  <a:schemeClr val="tx1"/>
                </a:solidFill>
                <a:latin typeface="Franklin Gothic Book"/>
              </a:defRPr>
            </a:lvl4pPr>
            <a:lvl5pPr marL="0" indent="0">
              <a:spcBef>
                <a:spcPts val="0"/>
              </a:spcBef>
              <a:buFontTx/>
              <a:buNone/>
              <a:defRPr sz="2200" baseline="0">
                <a:solidFill>
                  <a:schemeClr val="tx1"/>
                </a:solidFill>
                <a:latin typeface="Franklin Gothic Book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 </a:t>
            </a:r>
          </a:p>
        </p:txBody>
      </p:sp>
      <p:sp>
        <p:nvSpPr>
          <p:cNvPr id="8" name="Rectangle 7"/>
          <p:cNvSpPr/>
          <p:nvPr userDrawn="1"/>
        </p:nvSpPr>
        <p:spPr>
          <a:xfrm>
            <a:off x="0" y="4477672"/>
            <a:ext cx="9144000" cy="665828"/>
          </a:xfrm>
          <a:prstGeom prst="rect">
            <a:avLst/>
          </a:prstGeom>
          <a:solidFill>
            <a:srgbClr val="6D8D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9" name="Picture 8" descr="DenverLogo_4C_Rev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850" y="4591050"/>
            <a:ext cx="1270000" cy="424106"/>
          </a:xfrm>
          <a:prstGeom prst="rect">
            <a:avLst/>
          </a:prstGeom>
        </p:spPr>
      </p:pic>
      <p:pic>
        <p:nvPicPr>
          <p:cNvPr id="10" name="Picture 9" descr="ConnectWithUs_YellowWhite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6150" y="4744900"/>
            <a:ext cx="4029456" cy="219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0040728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Double Content_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1143000" y="343807"/>
            <a:ext cx="6858000" cy="814433"/>
          </a:xfrm>
        </p:spPr>
        <p:txBody>
          <a:bodyPr>
            <a:normAutofit/>
          </a:bodyPr>
          <a:lstStyle>
            <a:lvl1pPr algn="ctr">
              <a:defRPr sz="3800" baseline="0">
                <a:solidFill>
                  <a:schemeClr val="accent5"/>
                </a:solidFill>
                <a:latin typeface="Franklin Gothic Book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8" name="Content Placeholder 2"/>
          <p:cNvSpPr>
            <a:spLocks noGrp="1"/>
          </p:cNvSpPr>
          <p:nvPr>
            <p:ph idx="10"/>
          </p:nvPr>
        </p:nvSpPr>
        <p:spPr>
          <a:xfrm>
            <a:off x="1143000" y="1247933"/>
            <a:ext cx="3340100" cy="2935448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2200" baseline="0">
                <a:solidFill>
                  <a:schemeClr val="tx1"/>
                </a:solidFill>
                <a:latin typeface="Franklin Gothic Book"/>
              </a:defRPr>
            </a:lvl1pPr>
            <a:lvl2pPr marL="0" indent="0">
              <a:spcBef>
                <a:spcPts val="0"/>
              </a:spcBef>
              <a:buFontTx/>
              <a:buNone/>
              <a:defRPr sz="2200" baseline="0">
                <a:solidFill>
                  <a:schemeClr val="tx1"/>
                </a:solidFill>
                <a:latin typeface="Franklin Gothic Book"/>
              </a:defRPr>
            </a:lvl2pPr>
            <a:lvl3pPr marL="0" indent="0">
              <a:spcBef>
                <a:spcPts val="0"/>
              </a:spcBef>
              <a:buFontTx/>
              <a:buNone/>
              <a:defRPr sz="2200" baseline="0">
                <a:solidFill>
                  <a:schemeClr val="tx1"/>
                </a:solidFill>
                <a:latin typeface="Franklin Gothic Book"/>
              </a:defRPr>
            </a:lvl3pPr>
            <a:lvl4pPr marL="0" indent="0">
              <a:spcBef>
                <a:spcPts val="0"/>
              </a:spcBef>
              <a:buFontTx/>
              <a:buNone/>
              <a:defRPr sz="2200" baseline="0">
                <a:solidFill>
                  <a:schemeClr val="tx1"/>
                </a:solidFill>
                <a:latin typeface="Franklin Gothic Book"/>
              </a:defRPr>
            </a:lvl4pPr>
            <a:lvl5pPr marL="0" indent="0">
              <a:spcBef>
                <a:spcPts val="0"/>
              </a:spcBef>
              <a:buFontTx/>
              <a:buNone/>
              <a:defRPr sz="2200" baseline="0">
                <a:solidFill>
                  <a:schemeClr val="tx1"/>
                </a:solidFill>
                <a:latin typeface="Franklin Gothic Book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 </a:t>
            </a:r>
          </a:p>
        </p:txBody>
      </p:sp>
      <p:sp>
        <p:nvSpPr>
          <p:cNvPr id="19" name="Content Placeholder 2"/>
          <p:cNvSpPr>
            <a:spLocks noGrp="1"/>
          </p:cNvSpPr>
          <p:nvPr>
            <p:ph idx="11"/>
          </p:nvPr>
        </p:nvSpPr>
        <p:spPr>
          <a:xfrm>
            <a:off x="4660900" y="1247933"/>
            <a:ext cx="3340100" cy="2935448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2200" baseline="0">
                <a:solidFill>
                  <a:schemeClr val="tx1"/>
                </a:solidFill>
                <a:latin typeface="Franklin Gothic Book"/>
              </a:defRPr>
            </a:lvl1pPr>
            <a:lvl2pPr marL="0" indent="0">
              <a:spcBef>
                <a:spcPts val="0"/>
              </a:spcBef>
              <a:buFontTx/>
              <a:buNone/>
              <a:defRPr sz="2200" baseline="0">
                <a:solidFill>
                  <a:schemeClr val="tx1"/>
                </a:solidFill>
                <a:latin typeface="Franklin Gothic Book"/>
              </a:defRPr>
            </a:lvl2pPr>
            <a:lvl3pPr marL="0" indent="0">
              <a:spcBef>
                <a:spcPts val="0"/>
              </a:spcBef>
              <a:buFontTx/>
              <a:buNone/>
              <a:defRPr sz="2200" baseline="0">
                <a:solidFill>
                  <a:schemeClr val="tx1"/>
                </a:solidFill>
                <a:latin typeface="Franklin Gothic Book"/>
              </a:defRPr>
            </a:lvl3pPr>
            <a:lvl4pPr marL="0" indent="0">
              <a:spcBef>
                <a:spcPts val="0"/>
              </a:spcBef>
              <a:buFontTx/>
              <a:buNone/>
              <a:defRPr sz="2200" baseline="0">
                <a:solidFill>
                  <a:schemeClr val="tx1"/>
                </a:solidFill>
                <a:latin typeface="Franklin Gothic Book"/>
              </a:defRPr>
            </a:lvl4pPr>
            <a:lvl5pPr marL="0" indent="0">
              <a:spcBef>
                <a:spcPts val="0"/>
              </a:spcBef>
              <a:buFontTx/>
              <a:buNone/>
              <a:defRPr sz="2200" baseline="0">
                <a:solidFill>
                  <a:schemeClr val="tx1"/>
                </a:solidFill>
                <a:latin typeface="Franklin Gothic Book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 </a:t>
            </a:r>
          </a:p>
        </p:txBody>
      </p:sp>
      <p:sp>
        <p:nvSpPr>
          <p:cNvPr id="21" name="Rectangle 20"/>
          <p:cNvSpPr/>
          <p:nvPr userDrawn="1"/>
        </p:nvSpPr>
        <p:spPr>
          <a:xfrm>
            <a:off x="0" y="4477672"/>
            <a:ext cx="9144000" cy="665828"/>
          </a:xfrm>
          <a:prstGeom prst="rect">
            <a:avLst/>
          </a:prstGeom>
          <a:solidFill>
            <a:srgbClr val="6D8D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22" name="Picture 21" descr="DenverLogo_4C_Rev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850" y="4591050"/>
            <a:ext cx="1270000" cy="424106"/>
          </a:xfrm>
          <a:prstGeom prst="rect">
            <a:avLst/>
          </a:prstGeom>
        </p:spPr>
      </p:pic>
      <p:pic>
        <p:nvPicPr>
          <p:cNvPr id="23" name="Picture 22" descr="ConnectWithUs_YellowWhite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6150" y="4744900"/>
            <a:ext cx="4029456" cy="219456"/>
          </a:xfrm>
          <a:prstGeom prst="rect">
            <a:avLst/>
          </a:prstGeom>
        </p:spPr>
      </p:pic>
      <p:pic>
        <p:nvPicPr>
          <p:cNvPr id="24" name="Picture 23" descr="ThinShearedLines_PurpleOrangeYellow.png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03200"/>
            <a:ext cx="9144000" cy="79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91947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6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97DE11-A3C5-5B49-AC1C-E3F2353B7B7A}" type="datetimeFigureOut">
              <a:rPr lang="en-US" smtClean="0"/>
              <a:t>3/21/2024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CA322B-A670-3E4B-AA3F-87CA5F687F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99932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7" r:id="rId1"/>
    <p:sldLayoutId id="2147483649" r:id="rId2"/>
    <p:sldLayoutId id="2147483696" r:id="rId3"/>
    <p:sldLayoutId id="2147483697" r:id="rId4"/>
    <p:sldLayoutId id="2147483698" r:id="rId5"/>
    <p:sldLayoutId id="2147483699" r:id="rId6"/>
    <p:sldLayoutId id="2147483700" r:id="rId7"/>
    <p:sldLayoutId id="2147483701" r:id="rId8"/>
    <p:sldLayoutId id="2147483702" r:id="rId9"/>
    <p:sldLayoutId id="2147483703" r:id="rId10"/>
    <p:sldLayoutId id="2147483704" r:id="rId11"/>
    <p:sldLayoutId id="2147483705" r:id="rId12"/>
    <p:sldLayoutId id="2147483720" r:id="rId13"/>
    <p:sldLayoutId id="2147483667" r:id="rId14"/>
    <p:sldLayoutId id="2147483723" r:id="rId15"/>
    <p:sldLayoutId id="2147483724" r:id="rId16"/>
    <p:sldLayoutId id="2147483725" r:id="rId17"/>
    <p:sldLayoutId id="2147483726" r:id="rId18"/>
    <p:sldLayoutId id="2147483727" r:id="rId19"/>
    <p:sldLayoutId id="2147483728" r:id="rId20"/>
    <p:sldLayoutId id="2147483729" r:id="rId21"/>
    <p:sldLayoutId id="2147483730" r:id="rId22"/>
    <p:sldLayoutId id="2147483731" r:id="rId23"/>
    <p:sldLayoutId id="2147483732" r:id="rId24"/>
    <p:sldLayoutId id="2147483668" r:id="rId25"/>
    <p:sldLayoutId id="2147483718" r:id="rId26"/>
    <p:sldLayoutId id="2147483706" r:id="rId27"/>
    <p:sldLayoutId id="2147483707" r:id="rId28"/>
    <p:sldLayoutId id="2147483708" r:id="rId29"/>
    <p:sldLayoutId id="2147483709" r:id="rId30"/>
    <p:sldLayoutId id="2147483710" r:id="rId31"/>
    <p:sldLayoutId id="2147483711" r:id="rId32"/>
    <p:sldLayoutId id="2147483712" r:id="rId33"/>
    <p:sldLayoutId id="2147483713" r:id="rId34"/>
    <p:sldLayoutId id="2147483714" r:id="rId35"/>
    <p:sldLayoutId id="2147483715" r:id="rId36"/>
    <p:sldLayoutId id="2147483670" r:id="rId37"/>
    <p:sldLayoutId id="2147483719" r:id="rId38"/>
    <p:sldLayoutId id="2147483673" r:id="rId39"/>
    <p:sldLayoutId id="2147483685" r:id="rId40"/>
    <p:sldLayoutId id="2147483686" r:id="rId41"/>
    <p:sldLayoutId id="2147483687" r:id="rId42"/>
    <p:sldLayoutId id="2147483688" r:id="rId43"/>
    <p:sldLayoutId id="2147483689" r:id="rId44"/>
    <p:sldLayoutId id="2147483690" r:id="rId45"/>
    <p:sldLayoutId id="2147483691" r:id="rId46"/>
    <p:sldLayoutId id="2147483694" r:id="rId47"/>
    <p:sldLayoutId id="2147483692" r:id="rId48"/>
    <p:sldLayoutId id="2147483716" r:id="rId49"/>
    <p:sldLayoutId id="2147483722" r:id="rId50"/>
    <p:sldLayoutId id="2147483695" r:id="rId51"/>
    <p:sldLayoutId id="2147483684" r:id="rId52"/>
    <p:sldLayoutId id="2147483683" r:id="rId53"/>
    <p:sldLayoutId id="2147483682" r:id="rId54"/>
    <p:sldLayoutId id="2147483681" r:id="rId55"/>
    <p:sldLayoutId id="2147483680" r:id="rId56"/>
    <p:sldLayoutId id="2147483679" r:id="rId57"/>
    <p:sldLayoutId id="2147483675" r:id="rId58"/>
    <p:sldLayoutId id="2147483693" r:id="rId59"/>
    <p:sldLayoutId id="2147483678" r:id="rId60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20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2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5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5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5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5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5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5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76EC113-15F5-4158-A18B-8DA768C2FEE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W Alameda Lane Reduction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1E650BFF-6B94-48A2-9210-101D094974A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Abi Subramanian</a:t>
            </a:r>
          </a:p>
        </p:txBody>
      </p:sp>
    </p:spTree>
    <p:extLst>
      <p:ext uri="{BB962C8B-B14F-4D97-AF65-F5344CB8AC3E}">
        <p14:creationId xmlns:p14="http://schemas.microsoft.com/office/powerpoint/2010/main" val="25541936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12833CE4-C624-4EC1-A0CA-CB402101316D}"/>
              </a:ext>
            </a:extLst>
          </p:cNvPr>
          <p:cNvSpPr txBox="1">
            <a:spLocks/>
          </p:cNvSpPr>
          <p:nvPr/>
        </p:nvSpPr>
        <p:spPr>
          <a:xfrm>
            <a:off x="278606" y="309156"/>
            <a:ext cx="9144000" cy="8820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800" kern="1200" baseline="0">
                <a:solidFill>
                  <a:srgbClr val="D9531E"/>
                </a:solidFill>
                <a:latin typeface="Franklin Gothic Book"/>
                <a:ea typeface="+mj-ea"/>
                <a:cs typeface="+mj-cs"/>
              </a:defRPr>
            </a:lvl1pPr>
          </a:lstStyle>
          <a:p>
            <a:r>
              <a:rPr lang="en-US" sz="2800" dirty="0">
                <a:solidFill>
                  <a:schemeClr val="accent1"/>
                </a:solidFill>
                <a:latin typeface="Franklin Gothic Book" panose="020B0503020102020204" pitchFamily="34" charset="0"/>
              </a:rPr>
              <a:t>Agenda</a:t>
            </a:r>
            <a:endParaRPr lang="en-US" sz="2800" dirty="0">
              <a:solidFill>
                <a:schemeClr val="accent3">
                  <a:lumMod val="60000"/>
                  <a:lumOff val="40000"/>
                </a:schemeClr>
              </a:solidFill>
              <a:latin typeface="Franklin Gothic Book" panose="020B0503020102020204" pitchFamily="34" charset="0"/>
            </a:endParaRPr>
          </a:p>
        </p:txBody>
      </p:sp>
      <p:sp>
        <p:nvSpPr>
          <p:cNvPr id="59" name="Content Placeholder 2">
            <a:extLst>
              <a:ext uri="{FF2B5EF4-FFF2-40B4-BE49-F238E27FC236}">
                <a16:creationId xmlns:a16="http://schemas.microsoft.com/office/drawing/2014/main" id="{1699CB0E-08F1-462E-B987-68AD3A888F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6054" y="1069673"/>
            <a:ext cx="8364282" cy="280260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2">
                    <a:lumMod val="10000"/>
                  </a:schemeClr>
                </a:solidFill>
                <a:latin typeface="Franklin Gothic Book" panose="020B0503020102020204" pitchFamily="34" charset="0"/>
              </a:rPr>
              <a:t>Background – Alameda Ave “After” Study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2">
                    <a:lumMod val="10000"/>
                  </a:schemeClr>
                </a:solidFill>
                <a:latin typeface="Franklin Gothic Book" panose="020B0503020102020204" pitchFamily="34" charset="0"/>
              </a:rPr>
              <a:t>Opportunities &amp; Current Project Overview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2">
                    <a:lumMod val="10000"/>
                  </a:schemeClr>
                </a:solidFill>
                <a:latin typeface="Franklin Gothic Book" panose="020B0503020102020204" pitchFamily="34" charset="0"/>
              </a:rPr>
              <a:t>Alternatives Evaluation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2">
                    <a:lumMod val="10000"/>
                  </a:schemeClr>
                </a:solidFill>
                <a:latin typeface="Franklin Gothic Book" panose="020B0503020102020204" pitchFamily="34" charset="0"/>
              </a:rPr>
              <a:t>Asks of This Team</a:t>
            </a:r>
          </a:p>
        </p:txBody>
      </p:sp>
    </p:spTree>
    <p:extLst>
      <p:ext uri="{BB962C8B-B14F-4D97-AF65-F5344CB8AC3E}">
        <p14:creationId xmlns:p14="http://schemas.microsoft.com/office/powerpoint/2010/main" val="39378940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12833CE4-C624-4EC1-A0CA-CB402101316D}"/>
              </a:ext>
            </a:extLst>
          </p:cNvPr>
          <p:cNvSpPr txBox="1">
            <a:spLocks/>
          </p:cNvSpPr>
          <p:nvPr/>
        </p:nvSpPr>
        <p:spPr>
          <a:xfrm>
            <a:off x="278606" y="309156"/>
            <a:ext cx="9144000" cy="8820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800" kern="1200" baseline="0">
                <a:solidFill>
                  <a:srgbClr val="D9531E"/>
                </a:solidFill>
                <a:latin typeface="Franklin Gothic Book"/>
                <a:ea typeface="+mj-ea"/>
                <a:cs typeface="+mj-cs"/>
              </a:defRPr>
            </a:lvl1pPr>
          </a:lstStyle>
          <a:p>
            <a:r>
              <a:rPr lang="en-US" sz="2800" dirty="0">
                <a:solidFill>
                  <a:schemeClr val="accent1"/>
                </a:solidFill>
                <a:latin typeface="Franklin Gothic Book" panose="020B0503020102020204" pitchFamily="34" charset="0"/>
              </a:rPr>
              <a:t>Background – High Injury Network</a:t>
            </a:r>
            <a:endParaRPr lang="en-US" sz="2800" dirty="0">
              <a:solidFill>
                <a:schemeClr val="accent3">
                  <a:lumMod val="60000"/>
                  <a:lumOff val="40000"/>
                </a:schemeClr>
              </a:solidFill>
              <a:latin typeface="Franklin Gothic Book" panose="020B0503020102020204" pitchFamily="34" charset="0"/>
            </a:endParaRPr>
          </a:p>
        </p:txBody>
      </p:sp>
      <p:sp>
        <p:nvSpPr>
          <p:cNvPr id="59" name="Content Placeholder 2">
            <a:extLst>
              <a:ext uri="{FF2B5EF4-FFF2-40B4-BE49-F238E27FC236}">
                <a16:creationId xmlns:a16="http://schemas.microsoft.com/office/drawing/2014/main" id="{1699CB0E-08F1-462E-B987-68AD3A888F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6054" y="1069673"/>
            <a:ext cx="4816026" cy="2802608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>
                    <a:lumMod val="50000"/>
                  </a:schemeClr>
                </a:solidFill>
                <a:latin typeface="Franklin Gothic Book" panose="020B0503020102020204" pitchFamily="34" charset="0"/>
              </a:rPr>
              <a:t>Signalized Arterial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>
                    <a:lumMod val="50000"/>
                  </a:schemeClr>
                </a:solidFill>
                <a:latin typeface="Franklin Gothic Book" panose="020B0503020102020204" pitchFamily="34" charset="0"/>
              </a:rPr>
              <a:t>Posted Speed = 30 mph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>
                    <a:lumMod val="50000"/>
                  </a:schemeClr>
                </a:solidFill>
                <a:latin typeface="Franklin Gothic Book" panose="020B0503020102020204" pitchFamily="34" charset="0"/>
              </a:rPr>
              <a:t>4 10’ travel lanes Logan to Franklin (substandard)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>
                    <a:lumMod val="50000"/>
                  </a:schemeClr>
                </a:solidFill>
                <a:latin typeface="Franklin Gothic Book" panose="020B0503020102020204" pitchFamily="34" charset="0"/>
              </a:rPr>
              <a:t>15,000-19,000 AADT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>
                    <a:lumMod val="50000"/>
                  </a:schemeClr>
                </a:solidFill>
                <a:latin typeface="Franklin Gothic Book" panose="020B0503020102020204" pitchFamily="34" charset="0"/>
              </a:rPr>
              <a:t>RTD Route 3: 1-hour frequency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>
                    <a:lumMod val="50000"/>
                  </a:schemeClr>
                </a:solidFill>
                <a:latin typeface="Franklin Gothic Book" panose="020B0503020102020204" pitchFamily="34" charset="0"/>
              </a:rPr>
              <a:t>Alameda is on the HIN (50% of SBI’s/fatalities, 5% of street network)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40B921C-6F5C-4395-8BDB-101895FA30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7684" y="-19050"/>
            <a:ext cx="2793787" cy="325139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10C9D801-850C-4D37-851E-03D8817FCB73}"/>
              </a:ext>
            </a:extLst>
          </p:cNvPr>
          <p:cNvSpPr/>
          <p:nvPr/>
        </p:nvSpPr>
        <p:spPr>
          <a:xfrm>
            <a:off x="8275704" y="2639074"/>
            <a:ext cx="668511" cy="20154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68D88E2-045C-446F-8C6F-85EECB06D0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0" y="3394517"/>
            <a:ext cx="4000500" cy="1748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25229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12833CE4-C624-4EC1-A0CA-CB402101316D}"/>
              </a:ext>
            </a:extLst>
          </p:cNvPr>
          <p:cNvSpPr txBox="1">
            <a:spLocks/>
          </p:cNvSpPr>
          <p:nvPr/>
        </p:nvSpPr>
        <p:spPr>
          <a:xfrm>
            <a:off x="278606" y="309156"/>
            <a:ext cx="9144000" cy="8820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800" kern="1200" baseline="0">
                <a:solidFill>
                  <a:srgbClr val="D9531E"/>
                </a:solidFill>
                <a:latin typeface="Franklin Gothic Book"/>
                <a:ea typeface="+mj-ea"/>
                <a:cs typeface="+mj-cs"/>
              </a:defRPr>
            </a:lvl1pPr>
          </a:lstStyle>
          <a:p>
            <a:r>
              <a:rPr lang="en-US" sz="2800" dirty="0">
                <a:solidFill>
                  <a:schemeClr val="accent1"/>
                </a:solidFill>
                <a:latin typeface="Franklin Gothic Book" panose="020B0503020102020204" pitchFamily="34" charset="0"/>
              </a:rPr>
              <a:t>Background – Alameda Left Turn Restrictions</a:t>
            </a:r>
            <a:endParaRPr lang="en-US" sz="2800" dirty="0">
              <a:solidFill>
                <a:schemeClr val="accent3">
                  <a:lumMod val="60000"/>
                  <a:lumOff val="40000"/>
                </a:schemeClr>
              </a:solidFill>
              <a:latin typeface="Franklin Gothic Book" panose="020B0503020102020204" pitchFamily="34" charset="0"/>
            </a:endParaRPr>
          </a:p>
        </p:txBody>
      </p:sp>
      <p:sp>
        <p:nvSpPr>
          <p:cNvPr id="59" name="Content Placeholder 2">
            <a:extLst>
              <a:ext uri="{FF2B5EF4-FFF2-40B4-BE49-F238E27FC236}">
                <a16:creationId xmlns:a16="http://schemas.microsoft.com/office/drawing/2014/main" id="{1699CB0E-08F1-462E-B987-68AD3A888F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6054" y="1069673"/>
            <a:ext cx="5754374" cy="181184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2">
                    <a:lumMod val="10000"/>
                  </a:schemeClr>
                </a:solidFill>
                <a:latin typeface="Franklin Gothic Book" panose="020B0503020102020204" pitchFamily="34" charset="0"/>
              </a:rPr>
              <a:t>2020: Area Engineer program added restriction of Left Turns at Corona Street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169EF4B-6EB9-41A3-AB88-090678696E4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4057" t="15200" b="14749"/>
          <a:stretch/>
        </p:blipFill>
        <p:spPr>
          <a:xfrm>
            <a:off x="6141618" y="1015884"/>
            <a:ext cx="2875861" cy="175805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8902134-D930-48FF-ADB9-EAF9EEC543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174" y="1832091"/>
            <a:ext cx="4841171" cy="2664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57210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12833CE4-C624-4EC1-A0CA-CB402101316D}"/>
              </a:ext>
            </a:extLst>
          </p:cNvPr>
          <p:cNvSpPr txBox="1">
            <a:spLocks/>
          </p:cNvSpPr>
          <p:nvPr/>
        </p:nvSpPr>
        <p:spPr>
          <a:xfrm>
            <a:off x="278606" y="309156"/>
            <a:ext cx="9144000" cy="8820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800" kern="1200" baseline="0">
                <a:solidFill>
                  <a:srgbClr val="D9531E"/>
                </a:solidFill>
                <a:latin typeface="Franklin Gothic Book"/>
                <a:ea typeface="+mj-ea"/>
                <a:cs typeface="+mj-cs"/>
              </a:defRPr>
            </a:lvl1pPr>
          </a:lstStyle>
          <a:p>
            <a:r>
              <a:rPr lang="en-US" sz="2800" dirty="0">
                <a:solidFill>
                  <a:schemeClr val="accent1"/>
                </a:solidFill>
                <a:latin typeface="Franklin Gothic Book" panose="020B0503020102020204" pitchFamily="34" charset="0"/>
              </a:rPr>
              <a:t>Background – FHWA Guidance</a:t>
            </a:r>
            <a:endParaRPr lang="en-US" sz="2800" dirty="0">
              <a:solidFill>
                <a:schemeClr val="accent3">
                  <a:lumMod val="60000"/>
                  <a:lumOff val="40000"/>
                </a:schemeClr>
              </a:solidFill>
              <a:latin typeface="Franklin Gothic Book" panose="020B050302010202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6E1957-8930-42C0-9FFC-1B3BEE654F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1980" y="1031146"/>
            <a:ext cx="7494270" cy="3274153"/>
          </a:xfrm>
        </p:spPr>
        <p:txBody>
          <a:bodyPr>
            <a:normAutofit fontScale="62500" lnSpcReduction="20000"/>
          </a:bodyPr>
          <a:lstStyle/>
          <a:p>
            <a:pPr algn="l"/>
            <a:r>
              <a:rPr lang="en-US" sz="2600" dirty="0">
                <a:solidFill>
                  <a:srgbClr val="000000"/>
                </a:solidFill>
                <a:latin typeface="Arial" panose="020B0604020202020204" pitchFamily="34" charset="0"/>
              </a:rPr>
              <a:t>“Four-lane, undivided highways experience a number of crash types as volumes increase: </a:t>
            </a:r>
          </a:p>
          <a:p>
            <a:pPr algn="l"/>
            <a:endParaRPr lang="en-US" sz="2600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6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Rear-end and sideswipe crashes caused by speed differential between vehicles;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6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Sideswipe crashes caused by frequent and sudden lane changing between two through lanes;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6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Rear-end crashes caused by left-turning vehicles stopped in the inside travel lane;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6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Left-turn crashes caused by mainline left-turning motorists feeling pressure to depart the shared through/left lane by following motorists and making a poor gap judgment;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6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Angle crashes caused by side street traffic crossing four lanes to make a through movement across an intersection, or turning left across two lanes”</a:t>
            </a:r>
          </a:p>
          <a:p>
            <a:endParaRPr lang="en-US" dirty="0"/>
          </a:p>
          <a:p>
            <a:pPr algn="ctr"/>
            <a:r>
              <a:rPr lang="en-US" sz="2900" i="1" dirty="0">
                <a:solidFill>
                  <a:schemeClr val="tx2"/>
                </a:solidFill>
              </a:rPr>
              <a:t>Average ADT of Road Diet safety evaluations = 20,000-26,000 ADT</a:t>
            </a:r>
          </a:p>
        </p:txBody>
      </p:sp>
    </p:spTree>
    <p:extLst>
      <p:ext uri="{BB962C8B-B14F-4D97-AF65-F5344CB8AC3E}">
        <p14:creationId xmlns:p14="http://schemas.microsoft.com/office/powerpoint/2010/main" val="31186050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12833CE4-C624-4EC1-A0CA-CB402101316D}"/>
              </a:ext>
            </a:extLst>
          </p:cNvPr>
          <p:cNvSpPr txBox="1">
            <a:spLocks/>
          </p:cNvSpPr>
          <p:nvPr/>
        </p:nvSpPr>
        <p:spPr>
          <a:xfrm>
            <a:off x="278606" y="309156"/>
            <a:ext cx="9144000" cy="8820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800" kern="1200" baseline="0">
                <a:solidFill>
                  <a:srgbClr val="D9531E"/>
                </a:solidFill>
                <a:latin typeface="Franklin Gothic Book"/>
                <a:ea typeface="+mj-ea"/>
                <a:cs typeface="+mj-cs"/>
              </a:defRPr>
            </a:lvl1pPr>
          </a:lstStyle>
          <a:p>
            <a:r>
              <a:rPr lang="en-US" sz="2800" dirty="0">
                <a:solidFill>
                  <a:schemeClr val="accent1"/>
                </a:solidFill>
                <a:latin typeface="Franklin Gothic Book" panose="020B0503020102020204" pitchFamily="34" charset="0"/>
              </a:rPr>
              <a:t>Background – FHWA Guidance</a:t>
            </a:r>
            <a:endParaRPr lang="en-US" sz="2800" dirty="0">
              <a:solidFill>
                <a:schemeClr val="accent3">
                  <a:lumMod val="60000"/>
                  <a:lumOff val="40000"/>
                </a:schemeClr>
              </a:solidFill>
              <a:latin typeface="Franklin Gothic Book" panose="020B05030201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B940D2-A4A7-4110-8EDD-0FDD45A25E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0969F4B-3C4D-4A19-AA25-2B420A2FBFA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33500"/>
          <a:stretch/>
        </p:blipFill>
        <p:spPr>
          <a:xfrm>
            <a:off x="1531620" y="910623"/>
            <a:ext cx="6080760" cy="3748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27311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12833CE4-C624-4EC1-A0CA-CB402101316D}"/>
              </a:ext>
            </a:extLst>
          </p:cNvPr>
          <p:cNvSpPr txBox="1">
            <a:spLocks/>
          </p:cNvSpPr>
          <p:nvPr/>
        </p:nvSpPr>
        <p:spPr>
          <a:xfrm>
            <a:off x="278606" y="309156"/>
            <a:ext cx="9144000" cy="8820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800" kern="1200" baseline="0">
                <a:solidFill>
                  <a:srgbClr val="D9531E"/>
                </a:solidFill>
                <a:latin typeface="Franklin Gothic Book"/>
                <a:ea typeface="+mj-ea"/>
                <a:cs typeface="+mj-cs"/>
              </a:defRPr>
            </a:lvl1pPr>
          </a:lstStyle>
          <a:p>
            <a:r>
              <a:rPr lang="en-US" sz="2800" dirty="0">
                <a:solidFill>
                  <a:schemeClr val="accent1"/>
                </a:solidFill>
                <a:latin typeface="Franklin Gothic Book" panose="020B0503020102020204" pitchFamily="34" charset="0"/>
              </a:rPr>
              <a:t>2021-2022 Crash Analysis</a:t>
            </a:r>
            <a:endParaRPr lang="en-US" sz="2800" dirty="0">
              <a:solidFill>
                <a:schemeClr val="accent3">
                  <a:lumMod val="60000"/>
                  <a:lumOff val="40000"/>
                </a:schemeClr>
              </a:solidFill>
              <a:latin typeface="Franklin Gothic Book" panose="020B0503020102020204" pitchFamily="34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D505BE3-6765-CCA0-089D-2552EE003C69}"/>
              </a:ext>
            </a:extLst>
          </p:cNvPr>
          <p:cNvGrpSpPr/>
          <p:nvPr/>
        </p:nvGrpSpPr>
        <p:grpSpPr>
          <a:xfrm>
            <a:off x="438151" y="990600"/>
            <a:ext cx="8029574" cy="3495675"/>
            <a:chOff x="438151" y="990600"/>
            <a:chExt cx="8029574" cy="3495675"/>
          </a:xfrm>
        </p:grpSpPr>
        <p:graphicFrame>
          <p:nvGraphicFramePr>
            <p:cNvPr id="4" name="Chart 3">
              <a:extLst>
                <a:ext uri="{FF2B5EF4-FFF2-40B4-BE49-F238E27FC236}">
                  <a16:creationId xmlns:a16="http://schemas.microsoft.com/office/drawing/2014/main" id="{9CF6B2DA-B1C6-4E9A-BEE0-5A0358B51C01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2190925083"/>
                </p:ext>
              </p:extLst>
            </p:nvPr>
          </p:nvGraphicFramePr>
          <p:xfrm>
            <a:off x="438151" y="990600"/>
            <a:ext cx="8029574" cy="3495675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3"/>
            </a:graphicData>
          </a:graphic>
        </p:graphicFrame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7E3DAE96-59D2-4929-9DB2-FE03A9513CB3}"/>
                </a:ext>
              </a:extLst>
            </p:cNvPr>
            <p:cNvSpPr/>
            <p:nvPr/>
          </p:nvSpPr>
          <p:spPr>
            <a:xfrm>
              <a:off x="1998616" y="2920181"/>
              <a:ext cx="287594" cy="662755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E04AAAB4-C054-49A6-AA39-A8911C4281D4}"/>
                </a:ext>
              </a:extLst>
            </p:cNvPr>
            <p:cNvSpPr/>
            <p:nvPr/>
          </p:nvSpPr>
          <p:spPr>
            <a:xfrm>
              <a:off x="3792390" y="2920180"/>
              <a:ext cx="287594" cy="662756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029FDB39-1F93-4C52-9509-515D14D473A6}"/>
                </a:ext>
              </a:extLst>
            </p:cNvPr>
            <p:cNvSpPr/>
            <p:nvPr/>
          </p:nvSpPr>
          <p:spPr>
            <a:xfrm>
              <a:off x="4662720" y="2753029"/>
              <a:ext cx="287594" cy="766916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3D8CA4A7-614D-416F-AE76-9F4147521C67}"/>
                </a:ext>
              </a:extLst>
            </p:cNvPr>
            <p:cNvSpPr/>
            <p:nvPr/>
          </p:nvSpPr>
          <p:spPr>
            <a:xfrm>
              <a:off x="5986260" y="2634122"/>
              <a:ext cx="287594" cy="885823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C59E3204-16BD-403C-9E1F-0467355D6087}"/>
                </a:ext>
              </a:extLst>
            </p:cNvPr>
            <p:cNvSpPr/>
            <p:nvPr/>
          </p:nvSpPr>
          <p:spPr>
            <a:xfrm>
              <a:off x="4215581" y="3052761"/>
              <a:ext cx="287594" cy="500522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Callout: Bent Line 14">
              <a:extLst>
                <a:ext uri="{FF2B5EF4-FFF2-40B4-BE49-F238E27FC236}">
                  <a16:creationId xmlns:a16="http://schemas.microsoft.com/office/drawing/2014/main" id="{0D96C5FB-DE2C-425A-ACE5-BAE6358AF946}"/>
                </a:ext>
              </a:extLst>
            </p:cNvPr>
            <p:cNvSpPr/>
            <p:nvPr/>
          </p:nvSpPr>
          <p:spPr>
            <a:xfrm>
              <a:off x="1341564" y="2016842"/>
              <a:ext cx="944645" cy="449131"/>
            </a:xfrm>
            <a:prstGeom prst="borderCallout2">
              <a:avLst>
                <a:gd name="adj1" fmla="val 100954"/>
                <a:gd name="adj2" fmla="val 67259"/>
                <a:gd name="adj3" fmla="val 100084"/>
                <a:gd name="adj4" fmla="val 65206"/>
                <a:gd name="adj5" fmla="val 221571"/>
                <a:gd name="adj6" fmla="val 82725"/>
              </a:avLst>
            </a:prstGeom>
            <a:solidFill>
              <a:schemeClr val="bg1"/>
            </a:solidFill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700" b="1" dirty="0">
                  <a:solidFill>
                    <a:schemeClr val="tx2"/>
                  </a:solidFill>
                </a:rPr>
                <a:t>Total: 6 Crashes</a:t>
              </a:r>
            </a:p>
            <a:p>
              <a:pPr algn="ctr"/>
              <a:r>
                <a:rPr lang="en-US" sz="700" b="1" dirty="0">
                  <a:solidFill>
                    <a:schemeClr val="tx2"/>
                  </a:solidFill>
                </a:rPr>
                <a:t>2 NB/SB Thru Crashes, Failure YROW</a:t>
              </a:r>
            </a:p>
          </p:txBody>
        </p:sp>
        <p:sp>
          <p:nvSpPr>
            <p:cNvPr id="16" name="Callout: Bent Line 15">
              <a:extLst>
                <a:ext uri="{FF2B5EF4-FFF2-40B4-BE49-F238E27FC236}">
                  <a16:creationId xmlns:a16="http://schemas.microsoft.com/office/drawing/2014/main" id="{35B76577-B70D-4791-ABA6-ADC44B29F983}"/>
                </a:ext>
              </a:extLst>
            </p:cNvPr>
            <p:cNvSpPr/>
            <p:nvPr/>
          </p:nvSpPr>
          <p:spPr>
            <a:xfrm>
              <a:off x="2991542" y="2389454"/>
              <a:ext cx="944645" cy="362452"/>
            </a:xfrm>
            <a:prstGeom prst="borderCallout2">
              <a:avLst>
                <a:gd name="adj1" fmla="val 100954"/>
                <a:gd name="adj2" fmla="val 67259"/>
                <a:gd name="adj3" fmla="val 100084"/>
                <a:gd name="adj4" fmla="val 65206"/>
                <a:gd name="adj5" fmla="val 189658"/>
                <a:gd name="adj6" fmla="val 89352"/>
              </a:avLst>
            </a:prstGeom>
            <a:solidFill>
              <a:schemeClr val="bg1"/>
            </a:solidFill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700" b="1" dirty="0">
                  <a:solidFill>
                    <a:schemeClr val="tx2"/>
                  </a:solidFill>
                </a:rPr>
                <a:t>Total: 6 Crashes</a:t>
              </a:r>
            </a:p>
            <a:p>
              <a:pPr algn="ctr"/>
              <a:r>
                <a:rPr lang="en-US" sz="700" b="1" dirty="0">
                  <a:solidFill>
                    <a:schemeClr val="tx2"/>
                  </a:solidFill>
                </a:rPr>
                <a:t>2 EB/WB rear end</a:t>
              </a:r>
            </a:p>
          </p:txBody>
        </p:sp>
        <p:sp>
          <p:nvSpPr>
            <p:cNvPr id="17" name="Callout: Bent Line 16">
              <a:extLst>
                <a:ext uri="{FF2B5EF4-FFF2-40B4-BE49-F238E27FC236}">
                  <a16:creationId xmlns:a16="http://schemas.microsoft.com/office/drawing/2014/main" id="{54201161-955C-4432-8E57-2C5FA7A646D2}"/>
                </a:ext>
              </a:extLst>
            </p:cNvPr>
            <p:cNvSpPr/>
            <p:nvPr/>
          </p:nvSpPr>
          <p:spPr>
            <a:xfrm>
              <a:off x="3743258" y="1728881"/>
              <a:ext cx="1107348" cy="449131"/>
            </a:xfrm>
            <a:prstGeom prst="borderCallout2">
              <a:avLst>
                <a:gd name="adj1" fmla="val 100954"/>
                <a:gd name="adj2" fmla="val 67259"/>
                <a:gd name="adj3" fmla="val 100084"/>
                <a:gd name="adj4" fmla="val 65206"/>
                <a:gd name="adj5" fmla="val 295962"/>
                <a:gd name="adj6" fmla="val 53897"/>
              </a:avLst>
            </a:prstGeom>
            <a:solidFill>
              <a:schemeClr val="bg1"/>
            </a:solidFill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700" b="1" dirty="0">
                  <a:solidFill>
                    <a:schemeClr val="tx2"/>
                  </a:solidFill>
                </a:rPr>
                <a:t>Total: 4 Crashes</a:t>
              </a:r>
            </a:p>
            <a:p>
              <a:pPr algn="ctr"/>
              <a:r>
                <a:rPr lang="en-US" sz="700" b="1" dirty="0">
                  <a:solidFill>
                    <a:schemeClr val="tx2"/>
                  </a:solidFill>
                </a:rPr>
                <a:t>2 NB/SB parked vehicles</a:t>
              </a:r>
            </a:p>
            <a:p>
              <a:pPr algn="ctr"/>
              <a:r>
                <a:rPr lang="en-US" sz="700" b="1" dirty="0">
                  <a:solidFill>
                    <a:schemeClr val="tx2"/>
                  </a:solidFill>
                </a:rPr>
                <a:t>1 WB LT crash</a:t>
              </a:r>
            </a:p>
            <a:p>
              <a:pPr algn="ctr"/>
              <a:r>
                <a:rPr lang="en-US" sz="700" b="1" dirty="0">
                  <a:solidFill>
                    <a:schemeClr val="tx2"/>
                  </a:solidFill>
                </a:rPr>
                <a:t>1 EB rear end</a:t>
              </a:r>
            </a:p>
          </p:txBody>
        </p:sp>
        <p:sp>
          <p:nvSpPr>
            <p:cNvPr id="18" name="Callout: Bent Line 17">
              <a:extLst>
                <a:ext uri="{FF2B5EF4-FFF2-40B4-BE49-F238E27FC236}">
                  <a16:creationId xmlns:a16="http://schemas.microsoft.com/office/drawing/2014/main" id="{323E8548-48BF-428A-8515-4CA3DF9783CA}"/>
                </a:ext>
              </a:extLst>
            </p:cNvPr>
            <p:cNvSpPr/>
            <p:nvPr/>
          </p:nvSpPr>
          <p:spPr>
            <a:xfrm>
              <a:off x="4850606" y="2178012"/>
              <a:ext cx="1107348" cy="449131"/>
            </a:xfrm>
            <a:prstGeom prst="borderCallout2">
              <a:avLst>
                <a:gd name="adj1" fmla="val 100954"/>
                <a:gd name="adj2" fmla="val 36678"/>
                <a:gd name="adj3" fmla="val 100084"/>
                <a:gd name="adj4" fmla="val 39722"/>
                <a:gd name="adj5" fmla="val 155345"/>
                <a:gd name="adj6" fmla="val 5314"/>
              </a:avLst>
            </a:prstGeom>
            <a:solidFill>
              <a:schemeClr val="bg1"/>
            </a:solidFill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700" b="1" dirty="0">
                  <a:solidFill>
                    <a:schemeClr val="tx2"/>
                  </a:solidFill>
                </a:rPr>
                <a:t>Total: 8 Crashes</a:t>
              </a:r>
            </a:p>
            <a:p>
              <a:pPr algn="ctr"/>
              <a:r>
                <a:rPr lang="en-US" sz="700" b="1" dirty="0">
                  <a:solidFill>
                    <a:schemeClr val="tx2"/>
                  </a:solidFill>
                </a:rPr>
                <a:t>3 EB failure to stop</a:t>
              </a:r>
            </a:p>
            <a:p>
              <a:pPr algn="ctr"/>
              <a:r>
                <a:rPr lang="en-US" sz="700" b="1" dirty="0">
                  <a:solidFill>
                    <a:schemeClr val="tx2"/>
                  </a:solidFill>
                </a:rPr>
                <a:t>1 EB rear end</a:t>
              </a:r>
            </a:p>
            <a:p>
              <a:pPr algn="ctr"/>
              <a:r>
                <a:rPr lang="en-US" sz="700" b="1" dirty="0">
                  <a:solidFill>
                    <a:schemeClr val="tx2"/>
                  </a:solidFill>
                </a:rPr>
                <a:t>1 EB LT crash</a:t>
              </a:r>
            </a:p>
          </p:txBody>
        </p:sp>
        <p:sp>
          <p:nvSpPr>
            <p:cNvPr id="19" name="Callout: Bent Line 18">
              <a:extLst>
                <a:ext uri="{FF2B5EF4-FFF2-40B4-BE49-F238E27FC236}">
                  <a16:creationId xmlns:a16="http://schemas.microsoft.com/office/drawing/2014/main" id="{C27F3D41-F5B1-4EB9-AB73-0363D558BE88}"/>
                </a:ext>
              </a:extLst>
            </p:cNvPr>
            <p:cNvSpPr/>
            <p:nvPr/>
          </p:nvSpPr>
          <p:spPr>
            <a:xfrm>
              <a:off x="5986259" y="1803217"/>
              <a:ext cx="944645" cy="277159"/>
            </a:xfrm>
            <a:prstGeom prst="borderCallout2">
              <a:avLst>
                <a:gd name="adj1" fmla="val 100954"/>
                <a:gd name="adj2" fmla="val 36678"/>
                <a:gd name="adj3" fmla="val 100084"/>
                <a:gd name="adj4" fmla="val 39722"/>
                <a:gd name="adj5" fmla="val 315236"/>
                <a:gd name="adj6" fmla="val 17716"/>
              </a:avLst>
            </a:prstGeom>
            <a:solidFill>
              <a:schemeClr val="bg1"/>
            </a:solidFill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700" b="1" dirty="0">
                  <a:solidFill>
                    <a:schemeClr val="tx2"/>
                  </a:solidFill>
                </a:rPr>
                <a:t>Total: 10 Crashes</a:t>
              </a:r>
            </a:p>
            <a:p>
              <a:pPr algn="ctr"/>
              <a:r>
                <a:rPr lang="en-US" sz="700" b="1" dirty="0">
                  <a:solidFill>
                    <a:schemeClr val="tx2"/>
                  </a:solidFill>
                </a:rPr>
                <a:t>3 EB/WB Rear Ends</a:t>
              </a:r>
            </a:p>
          </p:txBody>
        </p: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FAEDCD0A-2573-4BFA-8E05-5B051F586814}"/>
                </a:ext>
              </a:extLst>
            </p:cNvPr>
            <p:cNvSpPr txBox="1"/>
            <p:nvPr/>
          </p:nvSpPr>
          <p:spPr>
            <a:xfrm>
              <a:off x="1918494" y="1553084"/>
              <a:ext cx="1414259" cy="33855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2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00" b="1" dirty="0">
                  <a:solidFill>
                    <a:schemeClr val="tx2"/>
                  </a:solidFill>
                </a:rPr>
                <a:t>Total: 44 Crashes</a:t>
              </a:r>
            </a:p>
            <a:p>
              <a:pPr algn="ctr"/>
              <a:r>
                <a:rPr lang="en-US" sz="800" b="1" dirty="0">
                  <a:solidFill>
                    <a:schemeClr val="tx2"/>
                  </a:solidFill>
                </a:rPr>
                <a:t>15-18% sideswipe or head 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219902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12833CE4-C624-4EC1-A0CA-CB402101316D}"/>
              </a:ext>
            </a:extLst>
          </p:cNvPr>
          <p:cNvSpPr txBox="1">
            <a:spLocks/>
          </p:cNvSpPr>
          <p:nvPr/>
        </p:nvSpPr>
        <p:spPr>
          <a:xfrm>
            <a:off x="278606" y="309156"/>
            <a:ext cx="9144000" cy="8820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800" kern="1200" baseline="0">
                <a:solidFill>
                  <a:srgbClr val="D9531E"/>
                </a:solidFill>
                <a:latin typeface="Franklin Gothic Book"/>
                <a:ea typeface="+mj-ea"/>
                <a:cs typeface="+mj-cs"/>
              </a:defRPr>
            </a:lvl1pPr>
          </a:lstStyle>
          <a:p>
            <a:r>
              <a:rPr lang="en-US" sz="2800" dirty="0">
                <a:solidFill>
                  <a:schemeClr val="accent1"/>
                </a:solidFill>
                <a:latin typeface="Franklin Gothic Book" panose="020B0503020102020204" pitchFamily="34" charset="0"/>
              </a:rPr>
              <a:t>Background – Project Origin</a:t>
            </a:r>
            <a:endParaRPr lang="en-US" sz="2800" dirty="0">
              <a:solidFill>
                <a:schemeClr val="accent3">
                  <a:lumMod val="60000"/>
                  <a:lumOff val="40000"/>
                </a:schemeClr>
              </a:solidFill>
              <a:latin typeface="Franklin Gothic Book" panose="020B0503020102020204" pitchFamily="34" charset="0"/>
            </a:endParaRPr>
          </a:p>
        </p:txBody>
      </p:sp>
      <p:sp>
        <p:nvSpPr>
          <p:cNvPr id="59" name="Content Placeholder 2">
            <a:extLst>
              <a:ext uri="{FF2B5EF4-FFF2-40B4-BE49-F238E27FC236}">
                <a16:creationId xmlns:a16="http://schemas.microsoft.com/office/drawing/2014/main" id="{1699CB0E-08F1-462E-B987-68AD3A888F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6054" y="1069672"/>
            <a:ext cx="4587426" cy="3990008"/>
          </a:xfrm>
        </p:spPr>
        <p:txBody>
          <a:bodyPr vert="horz" lIns="91440" tIns="45720" rIns="91440" bIns="45720" rtlCol="0" anchor="t">
            <a:normAutofit fontScale="92500"/>
          </a:bodyPr>
          <a:lstStyle/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2">
                    <a:lumMod val="10000"/>
                  </a:schemeClr>
                </a:solidFill>
                <a:latin typeface="Franklin Gothic Book" panose="020B0503020102020204" pitchFamily="34" charset="0"/>
              </a:rPr>
              <a:t>WB volumes warrant evaluation of lane reduction to provide opportunity for:</a:t>
            </a:r>
          </a:p>
          <a:p>
            <a:pPr lvl="3">
              <a:spcAft>
                <a:spcPts val="1200"/>
              </a:spcAft>
            </a:pPr>
            <a:r>
              <a:rPr lang="en-US" sz="2000" dirty="0">
                <a:solidFill>
                  <a:schemeClr val="bg2">
                    <a:lumMod val="10000"/>
                  </a:schemeClr>
                </a:solidFill>
                <a:latin typeface="Franklin Gothic Book" panose="020B0503020102020204" pitchFamily="34" charset="0"/>
              </a:rPr>
              <a:t>	– Designated LT lanes at INT 	(expected crash reduction of ~50%)</a:t>
            </a:r>
          </a:p>
          <a:p>
            <a:pPr lvl="3">
              <a:spcAft>
                <a:spcPts val="1200"/>
              </a:spcAft>
            </a:pPr>
            <a:r>
              <a:rPr lang="en-US" sz="2000" dirty="0">
                <a:solidFill>
                  <a:schemeClr val="bg2">
                    <a:lumMod val="10000"/>
                  </a:schemeClr>
                </a:solidFill>
                <a:latin typeface="Franklin Gothic Book" panose="020B0503020102020204" pitchFamily="34" charset="0"/>
              </a:rPr>
              <a:t>	- Widen substandard lanes</a:t>
            </a:r>
          </a:p>
          <a:p>
            <a:pPr lvl="3">
              <a:spcAft>
                <a:spcPts val="1200"/>
              </a:spcAft>
            </a:pPr>
            <a:r>
              <a:rPr lang="en-US" sz="2000" dirty="0">
                <a:solidFill>
                  <a:schemeClr val="bg2">
                    <a:lumMod val="10000"/>
                  </a:schemeClr>
                </a:solidFill>
                <a:latin typeface="Franklin Gothic Book" panose="020B0503020102020204" pitchFamily="34" charset="0"/>
              </a:rPr>
              <a:t>	- Physically enforce LT restrictions </a:t>
            </a:r>
          </a:p>
          <a:p>
            <a:pPr lvl="3">
              <a:spcAft>
                <a:spcPts val="1200"/>
              </a:spcAft>
            </a:pPr>
            <a:r>
              <a:rPr lang="en-US" sz="2000" dirty="0">
                <a:solidFill>
                  <a:schemeClr val="bg2">
                    <a:lumMod val="10000"/>
                  </a:schemeClr>
                </a:solidFill>
                <a:latin typeface="Franklin Gothic Book" panose="020B0503020102020204" pitchFamily="34" charset="0"/>
              </a:rPr>
              <a:t>	- Pedestrian medians and/or </a:t>
            </a:r>
            <a:r>
              <a:rPr lang="en-US" sz="2000" dirty="0" err="1">
                <a:solidFill>
                  <a:schemeClr val="bg2">
                    <a:lumMod val="10000"/>
                  </a:schemeClr>
                </a:solidFill>
                <a:latin typeface="Franklin Gothic Book" panose="020B0503020102020204" pitchFamily="34" charset="0"/>
              </a:rPr>
              <a:t>bulbouts</a:t>
            </a:r>
            <a:r>
              <a:rPr lang="en-US" sz="2000" dirty="0">
                <a:solidFill>
                  <a:schemeClr val="bg2">
                    <a:lumMod val="10000"/>
                  </a:schemeClr>
                </a:solidFill>
                <a:latin typeface="Franklin Gothic Book" panose="020B0503020102020204" pitchFamily="34" charset="0"/>
              </a:rPr>
              <a:t> 	at select INTs and mid-block</a:t>
            </a:r>
          </a:p>
          <a:p>
            <a:pPr lvl="3">
              <a:spcAft>
                <a:spcPts val="1200"/>
              </a:spcAft>
            </a:pPr>
            <a:r>
              <a:rPr lang="en-US" sz="2000" dirty="0">
                <a:solidFill>
                  <a:schemeClr val="bg2">
                    <a:lumMod val="10000"/>
                  </a:schemeClr>
                </a:solidFill>
                <a:latin typeface="Franklin Gothic Book" panose="020B0503020102020204" pitchFamily="34" charset="0"/>
              </a:rPr>
              <a:t>	</a:t>
            </a:r>
          </a:p>
          <a:p>
            <a:pPr lvl="3">
              <a:spcAft>
                <a:spcPts val="1200"/>
              </a:spcAft>
            </a:pPr>
            <a:r>
              <a:rPr lang="en-US" sz="2000" dirty="0">
                <a:solidFill>
                  <a:schemeClr val="bg2">
                    <a:lumMod val="10000"/>
                  </a:schemeClr>
                </a:solidFill>
                <a:latin typeface="Franklin Gothic Book" panose="020B0503020102020204" pitchFamily="34" charset="0"/>
              </a:rPr>
              <a:t>	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9A746BD1-3D6F-4058-B9D1-57501EDBE6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4729" y="1497430"/>
            <a:ext cx="4249271" cy="2238101"/>
          </a:xfrm>
          <a:prstGeom prst="rect">
            <a:avLst/>
          </a:prstGeom>
        </p:spPr>
      </p:pic>
      <p:sp>
        <p:nvSpPr>
          <p:cNvPr id="51" name="Rectangle 50">
            <a:extLst>
              <a:ext uri="{FF2B5EF4-FFF2-40B4-BE49-F238E27FC236}">
                <a16:creationId xmlns:a16="http://schemas.microsoft.com/office/drawing/2014/main" id="{70A82702-5C54-48BF-90EB-98F38DEE14ED}"/>
              </a:ext>
            </a:extLst>
          </p:cNvPr>
          <p:cNvSpPr/>
          <p:nvPr/>
        </p:nvSpPr>
        <p:spPr>
          <a:xfrm>
            <a:off x="7876135" y="1934586"/>
            <a:ext cx="1135254" cy="318887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1EE46ED-DF08-41C8-8673-A04A35B5226D}"/>
              </a:ext>
            </a:extLst>
          </p:cNvPr>
          <p:cNvSpPr txBox="1"/>
          <p:nvPr/>
        </p:nvSpPr>
        <p:spPr>
          <a:xfrm>
            <a:off x="5937896" y="1124717"/>
            <a:ext cx="34847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Lane Reduction in WB direction?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9BC24770-CC26-4F6A-86EC-30B9A1494BFC}"/>
              </a:ext>
            </a:extLst>
          </p:cNvPr>
          <p:cNvSpPr/>
          <p:nvPr/>
        </p:nvSpPr>
        <p:spPr>
          <a:xfrm>
            <a:off x="5701554" y="1934586"/>
            <a:ext cx="1135254" cy="318887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7868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12833CE4-C624-4EC1-A0CA-CB402101316D}"/>
              </a:ext>
            </a:extLst>
          </p:cNvPr>
          <p:cNvSpPr txBox="1">
            <a:spLocks/>
          </p:cNvSpPr>
          <p:nvPr/>
        </p:nvSpPr>
        <p:spPr>
          <a:xfrm>
            <a:off x="278606" y="309156"/>
            <a:ext cx="9144000" cy="8820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800" kern="1200" baseline="0">
                <a:solidFill>
                  <a:srgbClr val="D9531E"/>
                </a:solidFill>
                <a:latin typeface="Franklin Gothic Book"/>
                <a:ea typeface="+mj-ea"/>
                <a:cs typeface="+mj-cs"/>
              </a:defRPr>
            </a:lvl1pPr>
          </a:lstStyle>
          <a:p>
            <a:r>
              <a:rPr lang="en-US" sz="2800" dirty="0">
                <a:solidFill>
                  <a:schemeClr val="accent1"/>
                </a:solidFill>
                <a:latin typeface="Franklin Gothic Book" panose="020B0503020102020204" pitchFamily="34" charset="0"/>
              </a:rPr>
              <a:t>Background – Alameda Ave Lane Reduction Study </a:t>
            </a:r>
            <a:endParaRPr lang="en-US" sz="2800" dirty="0">
              <a:solidFill>
                <a:schemeClr val="accent3">
                  <a:lumMod val="60000"/>
                  <a:lumOff val="40000"/>
                </a:schemeClr>
              </a:solidFill>
              <a:latin typeface="Franklin Gothic Book" panose="020B0503020102020204" pitchFamily="34" charset="0"/>
            </a:endParaRPr>
          </a:p>
        </p:txBody>
      </p:sp>
      <p:sp>
        <p:nvSpPr>
          <p:cNvPr id="59" name="Content Placeholder 2">
            <a:extLst>
              <a:ext uri="{FF2B5EF4-FFF2-40B4-BE49-F238E27FC236}">
                <a16:creationId xmlns:a16="http://schemas.microsoft.com/office/drawing/2014/main" id="{1699CB0E-08F1-462E-B987-68AD3A888F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6054" y="1069673"/>
            <a:ext cx="8364282" cy="3395647"/>
          </a:xfrm>
        </p:spPr>
        <p:txBody>
          <a:bodyPr vert="horz" lIns="91440" tIns="45720" rIns="91440" bIns="45720" rtlCol="0" anchor="t">
            <a:normAutofit fontScale="70000" lnSpcReduction="20000"/>
          </a:bodyPr>
          <a:lstStyle/>
          <a:p>
            <a:pPr algn="ctr">
              <a:spcAft>
                <a:spcPts val="1200"/>
              </a:spcAft>
            </a:pPr>
            <a:r>
              <a:rPr lang="en-US" b="1" dirty="0">
                <a:solidFill>
                  <a:schemeClr val="bg2">
                    <a:lumMod val="10000"/>
                  </a:schemeClr>
                </a:solidFill>
                <a:latin typeface="Franklin Gothic Book" panose="020B0503020102020204" pitchFamily="34" charset="0"/>
              </a:rPr>
              <a:t>Purpose: Evaluate Alameda from Lincoln to Franklin to enhance the safety and comfort of all users through a lane repurposing.</a:t>
            </a:r>
          </a:p>
          <a:p>
            <a:pPr>
              <a:spcAft>
                <a:spcPts val="1200"/>
              </a:spcAft>
            </a:pP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Franklin Gothic Book" panose="020B0503020102020204" pitchFamily="34" charset="0"/>
              </a:rPr>
              <a:t>Four alternatives with various lane configurations and limits of lane reduction, evaluated based on:</a:t>
            </a:r>
          </a:p>
          <a:p>
            <a:pPr>
              <a:spcAft>
                <a:spcPts val="1200"/>
              </a:spcAft>
            </a:pP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Franklin Gothic Book" panose="020B0503020102020204" pitchFamily="34" charset="0"/>
              </a:rPr>
              <a:t>	1) Maintain </a:t>
            </a:r>
            <a:r>
              <a:rPr lang="en-US" i="1" dirty="0">
                <a:solidFill>
                  <a:schemeClr val="bg2">
                    <a:lumMod val="10000"/>
                  </a:schemeClr>
                </a:solidFill>
                <a:latin typeface="Franklin Gothic Book" panose="020B0503020102020204" pitchFamily="34" charset="0"/>
              </a:rPr>
              <a:t>vehicular traffic access 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Franklin Gothic Book" panose="020B0503020102020204" pitchFamily="34" charset="0"/>
              </a:rPr>
              <a:t>to a safe level</a:t>
            </a:r>
          </a:p>
          <a:p>
            <a:pPr>
              <a:spcAft>
                <a:spcPts val="1200"/>
              </a:spcAft>
            </a:pP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Franklin Gothic Book" panose="020B0503020102020204" pitchFamily="34" charset="0"/>
              </a:rPr>
              <a:t>	2) Support </a:t>
            </a:r>
            <a:r>
              <a:rPr lang="en-US" i="1" dirty="0">
                <a:solidFill>
                  <a:schemeClr val="bg2">
                    <a:lumMod val="10000"/>
                  </a:schemeClr>
                </a:solidFill>
                <a:latin typeface="Franklin Gothic Book" panose="020B0503020102020204" pitchFamily="34" charset="0"/>
              </a:rPr>
              <a:t>safe &amp; comfortable pedestrian facilities</a:t>
            </a:r>
          </a:p>
          <a:p>
            <a:pPr>
              <a:spcAft>
                <a:spcPts val="1200"/>
              </a:spcAft>
            </a:pP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Franklin Gothic Book" panose="020B0503020102020204" pitchFamily="34" charset="0"/>
              </a:rPr>
              <a:t>	3) Support </a:t>
            </a:r>
            <a:r>
              <a:rPr lang="en-US" i="1" dirty="0">
                <a:solidFill>
                  <a:schemeClr val="bg2">
                    <a:lumMod val="10000"/>
                  </a:schemeClr>
                </a:solidFill>
                <a:latin typeface="Franklin Gothic Book" panose="020B0503020102020204" pitchFamily="34" charset="0"/>
              </a:rPr>
              <a:t>transit service</a:t>
            </a:r>
          </a:p>
          <a:p>
            <a:pPr>
              <a:spcAft>
                <a:spcPts val="1200"/>
              </a:spcAft>
            </a:pP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Franklin Gothic Book" panose="020B0503020102020204" pitchFamily="34" charset="0"/>
              </a:rPr>
              <a:t>	4) Support </a:t>
            </a:r>
            <a:r>
              <a:rPr lang="en-US" i="1" dirty="0">
                <a:solidFill>
                  <a:schemeClr val="bg2">
                    <a:lumMod val="10000"/>
                  </a:schemeClr>
                </a:solidFill>
                <a:latin typeface="Franklin Gothic Book" panose="020B0503020102020204" pitchFamily="34" charset="0"/>
              </a:rPr>
              <a:t>business access &amp; activity</a:t>
            </a:r>
          </a:p>
          <a:p>
            <a:pPr>
              <a:spcAft>
                <a:spcPts val="1200"/>
              </a:spcAft>
            </a:pP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Franklin Gothic Book" panose="020B0503020102020204" pitchFamily="34" charset="0"/>
              </a:rPr>
              <a:t>	5) Support </a:t>
            </a:r>
            <a:r>
              <a:rPr lang="en-US" i="1" dirty="0">
                <a:solidFill>
                  <a:schemeClr val="bg2">
                    <a:lumMod val="10000"/>
                  </a:schemeClr>
                </a:solidFill>
                <a:latin typeface="Franklin Gothic Book" panose="020B0503020102020204" pitchFamily="34" charset="0"/>
              </a:rPr>
              <a:t>neighborhood 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Franklin Gothic Book" panose="020B0503020102020204" pitchFamily="34" charset="0"/>
              </a:rPr>
              <a:t>context, network roles, and corridor “permeability”</a:t>
            </a:r>
          </a:p>
          <a:p>
            <a:pPr>
              <a:spcAft>
                <a:spcPts val="1200"/>
              </a:spcAft>
            </a:pP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Franklin Gothic Book" panose="020B0503020102020204" pitchFamily="34" charset="0"/>
              </a:rPr>
              <a:t>	6) Improve overall </a:t>
            </a:r>
            <a:r>
              <a:rPr lang="en-US" i="1" dirty="0">
                <a:solidFill>
                  <a:schemeClr val="bg2">
                    <a:lumMod val="10000"/>
                  </a:schemeClr>
                </a:solidFill>
                <a:latin typeface="Franklin Gothic Book" panose="020B0503020102020204" pitchFamily="34" charset="0"/>
              </a:rPr>
              <a:t>corridor safety</a:t>
            </a:r>
          </a:p>
          <a:p>
            <a:pPr>
              <a:spcAft>
                <a:spcPts val="1200"/>
              </a:spcAft>
            </a:pP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Franklin Gothic Book" panose="020B0503020102020204" pitchFamily="34" charset="0"/>
              </a:rPr>
              <a:t>	7) Implement </a:t>
            </a:r>
            <a:r>
              <a:rPr lang="en-US" i="1" dirty="0">
                <a:solidFill>
                  <a:schemeClr val="bg2">
                    <a:lumMod val="10000"/>
                  </a:schemeClr>
                </a:solidFill>
                <a:latin typeface="Franklin Gothic Book" panose="020B0503020102020204" pitchFamily="34" charset="0"/>
              </a:rPr>
              <a:t>fiscally-responsible solution that can be phased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Franklin Gothic Book" panose="020B0503020102020204" pitchFamily="34" charset="0"/>
              </a:rPr>
              <a:t>, if needed</a:t>
            </a:r>
          </a:p>
        </p:txBody>
      </p:sp>
    </p:spTree>
    <p:extLst>
      <p:ext uri="{BB962C8B-B14F-4D97-AF65-F5344CB8AC3E}">
        <p14:creationId xmlns:p14="http://schemas.microsoft.com/office/powerpoint/2010/main" val="76518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58B6C1B-C8D9-4BF9-BB40-FDC9E2E0D3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391" y="0"/>
            <a:ext cx="8069218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25194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8D43AC3-4D19-4678-AFF6-BEF671CDBE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539" y="0"/>
            <a:ext cx="7998922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76999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A10702E-1205-441B-8463-AB972152D2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2711" y="120893"/>
            <a:ext cx="4378577" cy="4901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32105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A10702E-1205-441B-8463-AB972152D2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3125" y="204825"/>
            <a:ext cx="3777749" cy="42291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F2F5AE4-5B14-424F-9A7B-1636978E57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21957" y="0"/>
            <a:ext cx="4100085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31918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58B6C1B-C8D9-4BF9-BB40-FDC9E2E0D3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1" y="594886"/>
            <a:ext cx="7135948" cy="4548613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8D3DEFF7-ED1A-41E3-A9CB-5C42EB1134F1}"/>
              </a:ext>
            </a:extLst>
          </p:cNvPr>
          <p:cNvSpPr txBox="1">
            <a:spLocks/>
          </p:cNvSpPr>
          <p:nvPr/>
        </p:nvSpPr>
        <p:spPr>
          <a:xfrm>
            <a:off x="278606" y="27216"/>
            <a:ext cx="9144000" cy="8820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800" kern="1200" baseline="0">
                <a:solidFill>
                  <a:srgbClr val="D9531E"/>
                </a:solidFill>
                <a:latin typeface="Franklin Gothic Book"/>
                <a:ea typeface="+mj-ea"/>
                <a:cs typeface="+mj-cs"/>
              </a:defRPr>
            </a:lvl1pPr>
          </a:lstStyle>
          <a:p>
            <a:r>
              <a:rPr lang="en-US" sz="2800" dirty="0">
                <a:solidFill>
                  <a:schemeClr val="accent1"/>
                </a:solidFill>
                <a:latin typeface="Franklin Gothic Book" panose="020B0503020102020204" pitchFamily="34" charset="0"/>
              </a:rPr>
              <a:t>Resulting Benefits of Alternative 1</a:t>
            </a:r>
            <a:endParaRPr lang="en-US" sz="2800" dirty="0">
              <a:solidFill>
                <a:schemeClr val="accent3">
                  <a:lumMod val="60000"/>
                  <a:lumOff val="40000"/>
                </a:schemeClr>
              </a:solidFill>
              <a:latin typeface="Franklin Gothic Book" panose="020B0503020102020204" pitchFamily="34" charset="0"/>
            </a:endParaRPr>
          </a:p>
        </p:txBody>
      </p:sp>
      <p:sp>
        <p:nvSpPr>
          <p:cNvPr id="2" name="Callout: Bent Line 1">
            <a:extLst>
              <a:ext uri="{FF2B5EF4-FFF2-40B4-BE49-F238E27FC236}">
                <a16:creationId xmlns:a16="http://schemas.microsoft.com/office/drawing/2014/main" id="{F4D25634-4A41-44BF-95C4-3A54C4D306F2}"/>
              </a:ext>
            </a:extLst>
          </p:cNvPr>
          <p:cNvSpPr/>
          <p:nvPr/>
        </p:nvSpPr>
        <p:spPr>
          <a:xfrm>
            <a:off x="5632450" y="594886"/>
            <a:ext cx="1217930" cy="412750"/>
          </a:xfrm>
          <a:prstGeom prst="borderCallout2">
            <a:avLst>
              <a:gd name="adj1" fmla="val 49185"/>
              <a:gd name="adj2" fmla="val 103178"/>
              <a:gd name="adj3" fmla="val 49466"/>
              <a:gd name="adj4" fmla="val 114988"/>
              <a:gd name="adj5" fmla="val 152628"/>
              <a:gd name="adj6" fmla="val 136087"/>
            </a:avLst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>
                <a:solidFill>
                  <a:schemeClr val="tx2"/>
                </a:solidFill>
              </a:rPr>
              <a:t>Designated LT lanes at most intersections (CRF = 50%)</a:t>
            </a:r>
          </a:p>
        </p:txBody>
      </p:sp>
      <p:sp>
        <p:nvSpPr>
          <p:cNvPr id="5" name="Callout: Bent Line 4">
            <a:extLst>
              <a:ext uri="{FF2B5EF4-FFF2-40B4-BE49-F238E27FC236}">
                <a16:creationId xmlns:a16="http://schemas.microsoft.com/office/drawing/2014/main" id="{A84A5594-5BF4-4308-9F31-F121CCAA2F82}"/>
              </a:ext>
            </a:extLst>
          </p:cNvPr>
          <p:cNvSpPr/>
          <p:nvPr/>
        </p:nvSpPr>
        <p:spPr>
          <a:xfrm>
            <a:off x="754381" y="2263140"/>
            <a:ext cx="1059180" cy="308610"/>
          </a:xfrm>
          <a:prstGeom prst="borderCallout2">
            <a:avLst>
              <a:gd name="adj1" fmla="val 49185"/>
              <a:gd name="adj2" fmla="val 103178"/>
              <a:gd name="adj3" fmla="val 49466"/>
              <a:gd name="adj4" fmla="val 114988"/>
              <a:gd name="adj5" fmla="val 223397"/>
              <a:gd name="adj6" fmla="val 120239"/>
            </a:avLst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>
                <a:solidFill>
                  <a:schemeClr val="tx2"/>
                </a:solidFill>
              </a:rPr>
              <a:t>Widen to 11’ (standard) lanes</a:t>
            </a:r>
          </a:p>
        </p:txBody>
      </p:sp>
      <p:sp>
        <p:nvSpPr>
          <p:cNvPr id="6" name="Callout: Bent Line 5">
            <a:extLst>
              <a:ext uri="{FF2B5EF4-FFF2-40B4-BE49-F238E27FC236}">
                <a16:creationId xmlns:a16="http://schemas.microsoft.com/office/drawing/2014/main" id="{8288FF0E-BC39-4482-8F4F-C06FA7A97A9E}"/>
              </a:ext>
            </a:extLst>
          </p:cNvPr>
          <p:cNvSpPr/>
          <p:nvPr/>
        </p:nvSpPr>
        <p:spPr>
          <a:xfrm>
            <a:off x="3326130" y="2263140"/>
            <a:ext cx="1176019" cy="308610"/>
          </a:xfrm>
          <a:prstGeom prst="borderCallout2">
            <a:avLst>
              <a:gd name="adj1" fmla="val 51243"/>
              <a:gd name="adj2" fmla="val -4136"/>
              <a:gd name="adj3" fmla="val 49466"/>
              <a:gd name="adj4" fmla="val -16307"/>
              <a:gd name="adj5" fmla="val 204878"/>
              <a:gd name="adj6" fmla="val -8058"/>
            </a:avLst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>
                <a:solidFill>
                  <a:schemeClr val="tx2"/>
                </a:solidFill>
              </a:rPr>
              <a:t>Physically restrict left-turns at Corona</a:t>
            </a:r>
          </a:p>
        </p:txBody>
      </p:sp>
      <p:sp>
        <p:nvSpPr>
          <p:cNvPr id="7" name="Callout: Bent Line 6">
            <a:extLst>
              <a:ext uri="{FF2B5EF4-FFF2-40B4-BE49-F238E27FC236}">
                <a16:creationId xmlns:a16="http://schemas.microsoft.com/office/drawing/2014/main" id="{BD410A44-DEEB-413F-8C4C-FF0FD72692AF}"/>
              </a:ext>
            </a:extLst>
          </p:cNvPr>
          <p:cNvSpPr/>
          <p:nvPr/>
        </p:nvSpPr>
        <p:spPr>
          <a:xfrm>
            <a:off x="4792980" y="2263140"/>
            <a:ext cx="1620520" cy="530860"/>
          </a:xfrm>
          <a:prstGeom prst="borderCallout2">
            <a:avLst>
              <a:gd name="adj1" fmla="val 51243"/>
              <a:gd name="adj2" fmla="val -4136"/>
              <a:gd name="adj3" fmla="val 49466"/>
              <a:gd name="adj4" fmla="val -16307"/>
              <a:gd name="adj5" fmla="val 106843"/>
              <a:gd name="adj6" fmla="val -42813"/>
            </a:avLst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>
                <a:solidFill>
                  <a:schemeClr val="tx2"/>
                </a:solidFill>
              </a:rPr>
              <a:t>Introduce intersection medians or </a:t>
            </a:r>
            <a:r>
              <a:rPr lang="en-US" sz="900" b="1" dirty="0" err="1">
                <a:solidFill>
                  <a:schemeClr val="tx2"/>
                </a:solidFill>
              </a:rPr>
              <a:t>bulbouts</a:t>
            </a:r>
            <a:r>
              <a:rPr lang="en-US" sz="900" b="1" dirty="0">
                <a:solidFill>
                  <a:schemeClr val="tx2"/>
                </a:solidFill>
              </a:rPr>
              <a:t>  at Downing and mid-block locations (CRF = 25%)</a:t>
            </a:r>
          </a:p>
        </p:txBody>
      </p:sp>
      <p:sp>
        <p:nvSpPr>
          <p:cNvPr id="8" name="Callout: Bent Line 7">
            <a:extLst>
              <a:ext uri="{FF2B5EF4-FFF2-40B4-BE49-F238E27FC236}">
                <a16:creationId xmlns:a16="http://schemas.microsoft.com/office/drawing/2014/main" id="{0C0C400A-4A51-4096-948C-848306701CBB}"/>
              </a:ext>
            </a:extLst>
          </p:cNvPr>
          <p:cNvSpPr/>
          <p:nvPr/>
        </p:nvSpPr>
        <p:spPr>
          <a:xfrm>
            <a:off x="3352801" y="749191"/>
            <a:ext cx="1306829" cy="412750"/>
          </a:xfrm>
          <a:prstGeom prst="borderCallout2">
            <a:avLst>
              <a:gd name="adj1" fmla="val 49185"/>
              <a:gd name="adj2" fmla="val 103178"/>
              <a:gd name="adj3" fmla="val 49466"/>
              <a:gd name="adj4" fmla="val 114988"/>
              <a:gd name="adj5" fmla="val 119053"/>
              <a:gd name="adj6" fmla="val 118151"/>
            </a:avLst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>
                <a:solidFill>
                  <a:schemeClr val="tx2"/>
                </a:solidFill>
              </a:rPr>
              <a:t>Access control at some unsignalized INTs </a:t>
            </a:r>
          </a:p>
          <a:p>
            <a:pPr algn="ctr"/>
            <a:r>
              <a:rPr lang="en-US" sz="900" b="1" dirty="0">
                <a:solidFill>
                  <a:schemeClr val="tx2"/>
                </a:solidFill>
              </a:rPr>
              <a:t>(SBI CRF = 24%)</a:t>
            </a: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41782C05-BE02-47D5-80BE-002267102CBD}"/>
              </a:ext>
            </a:extLst>
          </p:cNvPr>
          <p:cNvSpPr/>
          <p:nvPr/>
        </p:nvSpPr>
        <p:spPr>
          <a:xfrm>
            <a:off x="3192463" y="963077"/>
            <a:ext cx="160338" cy="186521"/>
          </a:xfrm>
          <a:custGeom>
            <a:avLst/>
            <a:gdLst>
              <a:gd name="connsiteX0" fmla="*/ 0 w 146050"/>
              <a:gd name="connsiteY0" fmla="*/ 330200 h 330200"/>
              <a:gd name="connsiteX1" fmla="*/ 44450 w 146050"/>
              <a:gd name="connsiteY1" fmla="*/ 0 h 330200"/>
              <a:gd name="connsiteX2" fmla="*/ 146050 w 146050"/>
              <a:gd name="connsiteY2" fmla="*/ 6350 h 330200"/>
              <a:gd name="connsiteX0" fmla="*/ 844550 w 990600"/>
              <a:gd name="connsiteY0" fmla="*/ 352859 h 352859"/>
              <a:gd name="connsiteX1" fmla="*/ 0 w 990600"/>
              <a:gd name="connsiteY1" fmla="*/ 0 h 352859"/>
              <a:gd name="connsiteX2" fmla="*/ 990600 w 990600"/>
              <a:gd name="connsiteY2" fmla="*/ 29009 h 352859"/>
              <a:gd name="connsiteX0" fmla="*/ 932106 w 932106"/>
              <a:gd name="connsiteY0" fmla="*/ 352859 h 352859"/>
              <a:gd name="connsiteX1" fmla="*/ 87556 w 932106"/>
              <a:gd name="connsiteY1" fmla="*/ 0 h 352859"/>
              <a:gd name="connsiteX2" fmla="*/ 5006 w 932106"/>
              <a:gd name="connsiteY2" fmla="*/ 13902 h 352859"/>
              <a:gd name="connsiteX0" fmla="*/ 927100 w 927100"/>
              <a:gd name="connsiteY0" fmla="*/ 338957 h 338957"/>
              <a:gd name="connsiteX1" fmla="*/ 0 w 927100"/>
              <a:gd name="connsiteY1" fmla="*/ 0 h 338957"/>
              <a:gd name="connsiteX0" fmla="*/ 831850 w 831850"/>
              <a:gd name="connsiteY0" fmla="*/ 338957 h 338957"/>
              <a:gd name="connsiteX1" fmla="*/ 0 w 831850"/>
              <a:gd name="connsiteY1" fmla="*/ 0 h 338957"/>
              <a:gd name="connsiteX0" fmla="*/ 160338 w 160338"/>
              <a:gd name="connsiteY0" fmla="*/ 0 h 221860"/>
              <a:gd name="connsiteX1" fmla="*/ 0 w 160338"/>
              <a:gd name="connsiteY1" fmla="*/ 221860 h 2218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60338" h="221860">
                <a:moveTo>
                  <a:pt x="160338" y="0"/>
                </a:moveTo>
                <a:lnTo>
                  <a:pt x="0" y="221860"/>
                </a:lnTo>
              </a:path>
            </a:pathLst>
          </a:custGeom>
          <a:noFill/>
          <a:ln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B0AC023-D2F1-43FB-A978-BA0B141745C3}"/>
              </a:ext>
            </a:extLst>
          </p:cNvPr>
          <p:cNvCxnSpPr/>
          <p:nvPr/>
        </p:nvCxnSpPr>
        <p:spPr>
          <a:xfrm flipV="1">
            <a:off x="6604000" y="812800"/>
            <a:ext cx="425450" cy="43815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allout: Bent Line 11">
            <a:extLst>
              <a:ext uri="{FF2B5EF4-FFF2-40B4-BE49-F238E27FC236}">
                <a16:creationId xmlns:a16="http://schemas.microsoft.com/office/drawing/2014/main" id="{EDA77FCD-151E-4AFF-B9D4-66A65552D33D}"/>
              </a:ext>
            </a:extLst>
          </p:cNvPr>
          <p:cNvSpPr/>
          <p:nvPr/>
        </p:nvSpPr>
        <p:spPr>
          <a:xfrm>
            <a:off x="3288348" y="1610018"/>
            <a:ext cx="1176019" cy="308610"/>
          </a:xfrm>
          <a:prstGeom prst="borderCallout2">
            <a:avLst>
              <a:gd name="adj1" fmla="val 49185"/>
              <a:gd name="adj2" fmla="val 103178"/>
              <a:gd name="adj3" fmla="val 49466"/>
              <a:gd name="adj4" fmla="val 114988"/>
              <a:gd name="adj5" fmla="val -79466"/>
              <a:gd name="adj6" fmla="val 134187"/>
            </a:avLst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>
                <a:solidFill>
                  <a:schemeClr val="tx2"/>
                </a:solidFill>
              </a:rPr>
              <a:t>Re-introducing LT lanes on Alameda</a:t>
            </a: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CD391DE-1181-4C0F-BE83-A085D855072C}"/>
              </a:ext>
            </a:extLst>
          </p:cNvPr>
          <p:cNvSpPr/>
          <p:nvPr/>
        </p:nvSpPr>
        <p:spPr>
          <a:xfrm>
            <a:off x="4638200" y="1371600"/>
            <a:ext cx="994249" cy="386555"/>
          </a:xfrm>
          <a:custGeom>
            <a:avLst/>
            <a:gdLst>
              <a:gd name="connsiteX0" fmla="*/ 0 w 146050"/>
              <a:gd name="connsiteY0" fmla="*/ 330200 h 330200"/>
              <a:gd name="connsiteX1" fmla="*/ 44450 w 146050"/>
              <a:gd name="connsiteY1" fmla="*/ 0 h 330200"/>
              <a:gd name="connsiteX2" fmla="*/ 146050 w 146050"/>
              <a:gd name="connsiteY2" fmla="*/ 6350 h 330200"/>
              <a:gd name="connsiteX0" fmla="*/ 844550 w 990600"/>
              <a:gd name="connsiteY0" fmla="*/ 352859 h 352859"/>
              <a:gd name="connsiteX1" fmla="*/ 0 w 990600"/>
              <a:gd name="connsiteY1" fmla="*/ 0 h 352859"/>
              <a:gd name="connsiteX2" fmla="*/ 990600 w 990600"/>
              <a:gd name="connsiteY2" fmla="*/ 29009 h 352859"/>
              <a:gd name="connsiteX0" fmla="*/ 932106 w 932106"/>
              <a:gd name="connsiteY0" fmla="*/ 352859 h 352859"/>
              <a:gd name="connsiteX1" fmla="*/ 87556 w 932106"/>
              <a:gd name="connsiteY1" fmla="*/ 0 h 352859"/>
              <a:gd name="connsiteX2" fmla="*/ 5006 w 932106"/>
              <a:gd name="connsiteY2" fmla="*/ 13902 h 352859"/>
              <a:gd name="connsiteX0" fmla="*/ 927100 w 927100"/>
              <a:gd name="connsiteY0" fmla="*/ 338957 h 338957"/>
              <a:gd name="connsiteX1" fmla="*/ 0 w 927100"/>
              <a:gd name="connsiteY1" fmla="*/ 0 h 338957"/>
              <a:gd name="connsiteX0" fmla="*/ 831850 w 831850"/>
              <a:gd name="connsiteY0" fmla="*/ 338957 h 338957"/>
              <a:gd name="connsiteX1" fmla="*/ 0 w 831850"/>
              <a:gd name="connsiteY1" fmla="*/ 0 h 338957"/>
              <a:gd name="connsiteX0" fmla="*/ 160338 w 160338"/>
              <a:gd name="connsiteY0" fmla="*/ 0 h 221860"/>
              <a:gd name="connsiteX1" fmla="*/ 0 w 160338"/>
              <a:gd name="connsiteY1" fmla="*/ 221860 h 221860"/>
              <a:gd name="connsiteX0" fmla="*/ 163870 w 163870"/>
              <a:gd name="connsiteY0" fmla="*/ 0 h 207780"/>
              <a:gd name="connsiteX1" fmla="*/ 0 w 163870"/>
              <a:gd name="connsiteY1" fmla="*/ 207780 h 2077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63870" h="207780">
                <a:moveTo>
                  <a:pt x="163870" y="0"/>
                </a:moveTo>
                <a:lnTo>
                  <a:pt x="0" y="207780"/>
                </a:lnTo>
              </a:path>
            </a:pathLst>
          </a:custGeom>
          <a:noFill/>
          <a:ln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9809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39D366B-A0C1-4A02-94FB-4CAD363BFE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540" y="0"/>
            <a:ext cx="7960919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85882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219774C-2A93-4198-87E2-C52AE8AE2B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124" y="0"/>
            <a:ext cx="7919751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79170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12833CE4-C624-4EC1-A0CA-CB402101316D}"/>
              </a:ext>
            </a:extLst>
          </p:cNvPr>
          <p:cNvSpPr txBox="1">
            <a:spLocks/>
          </p:cNvSpPr>
          <p:nvPr/>
        </p:nvSpPr>
        <p:spPr>
          <a:xfrm>
            <a:off x="278606" y="309156"/>
            <a:ext cx="9144000" cy="8820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800" kern="1200" baseline="0">
                <a:solidFill>
                  <a:srgbClr val="D9531E"/>
                </a:solidFill>
                <a:latin typeface="Franklin Gothic Book"/>
                <a:ea typeface="+mj-ea"/>
                <a:cs typeface="+mj-cs"/>
              </a:defRPr>
            </a:lvl1pPr>
          </a:lstStyle>
          <a:p>
            <a:r>
              <a:rPr lang="en-US" sz="2800" dirty="0" err="1">
                <a:solidFill>
                  <a:schemeClr val="accent1"/>
                </a:solidFill>
                <a:latin typeface="Franklin Gothic Book" panose="020B0503020102020204" pitchFamily="34" charset="0"/>
              </a:rPr>
              <a:t>SimTraffic</a:t>
            </a:r>
            <a:r>
              <a:rPr lang="en-US" sz="2800" dirty="0">
                <a:solidFill>
                  <a:schemeClr val="accent1"/>
                </a:solidFill>
                <a:latin typeface="Franklin Gothic Book" panose="020B0503020102020204" pitchFamily="34" charset="0"/>
              </a:rPr>
              <a:t> Travel Times Analysis</a:t>
            </a:r>
            <a:endParaRPr lang="en-US" sz="2800" dirty="0">
              <a:solidFill>
                <a:schemeClr val="accent3">
                  <a:lumMod val="60000"/>
                  <a:lumOff val="40000"/>
                </a:schemeClr>
              </a:solidFill>
              <a:latin typeface="Franklin Gothic Book" panose="020B05030201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762E517-C267-4CBE-ABA8-669E7D49C4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57944"/>
            <a:ext cx="9144000" cy="2427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7757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12833CE4-C624-4EC1-A0CA-CB402101316D}"/>
              </a:ext>
            </a:extLst>
          </p:cNvPr>
          <p:cNvSpPr txBox="1">
            <a:spLocks/>
          </p:cNvSpPr>
          <p:nvPr/>
        </p:nvSpPr>
        <p:spPr>
          <a:xfrm>
            <a:off x="278606" y="309156"/>
            <a:ext cx="9144000" cy="8820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800" kern="1200" baseline="0">
                <a:solidFill>
                  <a:srgbClr val="D9531E"/>
                </a:solidFill>
                <a:latin typeface="Franklin Gothic Book"/>
                <a:ea typeface="+mj-ea"/>
                <a:cs typeface="+mj-cs"/>
              </a:defRPr>
            </a:lvl1pPr>
          </a:lstStyle>
          <a:p>
            <a:r>
              <a:rPr lang="en-US" sz="2800" dirty="0">
                <a:solidFill>
                  <a:schemeClr val="accent1"/>
                </a:solidFill>
                <a:latin typeface="Franklin Gothic Book" panose="020B0503020102020204" pitchFamily="34" charset="0"/>
              </a:rPr>
              <a:t>Queuing Analysis – Alternative 1 Sensitivity</a:t>
            </a:r>
            <a:endParaRPr lang="en-US" sz="2800" dirty="0">
              <a:solidFill>
                <a:schemeClr val="accent3">
                  <a:lumMod val="60000"/>
                  <a:lumOff val="40000"/>
                </a:schemeClr>
              </a:solidFill>
              <a:latin typeface="Franklin Gothic Book" panose="020B050302010202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E7AF23C-0DEF-410F-9DC2-42B815B256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1018480"/>
              </p:ext>
            </p:extLst>
          </p:nvPr>
        </p:nvGraphicFramePr>
        <p:xfrm>
          <a:off x="952499" y="1003935"/>
          <a:ext cx="7239001" cy="3135630"/>
        </p:xfrm>
        <a:graphic>
          <a:graphicData uri="http://schemas.openxmlformats.org/drawingml/2006/table">
            <a:tbl>
              <a:tblPr/>
              <a:tblGrid>
                <a:gridCol w="2070369">
                  <a:extLst>
                    <a:ext uri="{9D8B030D-6E8A-4147-A177-3AD203B41FA5}">
                      <a16:colId xmlns:a16="http://schemas.microsoft.com/office/drawing/2014/main" val="3415505046"/>
                    </a:ext>
                  </a:extLst>
                </a:gridCol>
                <a:gridCol w="1137245">
                  <a:extLst>
                    <a:ext uri="{9D8B030D-6E8A-4147-A177-3AD203B41FA5}">
                      <a16:colId xmlns:a16="http://schemas.microsoft.com/office/drawing/2014/main" val="3789562680"/>
                    </a:ext>
                  </a:extLst>
                </a:gridCol>
                <a:gridCol w="1137245">
                  <a:extLst>
                    <a:ext uri="{9D8B030D-6E8A-4147-A177-3AD203B41FA5}">
                      <a16:colId xmlns:a16="http://schemas.microsoft.com/office/drawing/2014/main" val="358146087"/>
                    </a:ext>
                  </a:extLst>
                </a:gridCol>
                <a:gridCol w="612363">
                  <a:extLst>
                    <a:ext uri="{9D8B030D-6E8A-4147-A177-3AD203B41FA5}">
                      <a16:colId xmlns:a16="http://schemas.microsoft.com/office/drawing/2014/main" val="310138441"/>
                    </a:ext>
                  </a:extLst>
                </a:gridCol>
                <a:gridCol w="838353">
                  <a:extLst>
                    <a:ext uri="{9D8B030D-6E8A-4147-A177-3AD203B41FA5}">
                      <a16:colId xmlns:a16="http://schemas.microsoft.com/office/drawing/2014/main" val="3032859078"/>
                    </a:ext>
                  </a:extLst>
                </a:gridCol>
                <a:gridCol w="612363">
                  <a:extLst>
                    <a:ext uri="{9D8B030D-6E8A-4147-A177-3AD203B41FA5}">
                      <a16:colId xmlns:a16="http://schemas.microsoft.com/office/drawing/2014/main" val="217278407"/>
                    </a:ext>
                  </a:extLst>
                </a:gridCol>
                <a:gridCol w="831063">
                  <a:extLst>
                    <a:ext uri="{9D8B030D-6E8A-4147-A177-3AD203B41FA5}">
                      <a16:colId xmlns:a16="http://schemas.microsoft.com/office/drawing/2014/main" val="1717476518"/>
                    </a:ext>
                  </a:extLst>
                </a:gridCol>
              </a:tblGrid>
              <a:tr h="190500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Intersection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Direction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Existing Storage (feet)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AM Queue (feet)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PM Queue (feet)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2641869"/>
                  </a:ext>
                </a:extLst>
              </a:tr>
              <a:tr h="1905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Existing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Alt 1 Sensitivity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Existing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Alt 1 Sensitivity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9371596"/>
                  </a:ext>
                </a:extLst>
              </a:tr>
              <a:tr h="184150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Alameda &amp; Lincoln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EBL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139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108.5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93.5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79.5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3960639"/>
                  </a:ext>
                </a:extLst>
              </a:tr>
              <a:tr h="1841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EB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1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322.5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248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248.5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286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9687517"/>
                  </a:ext>
                </a:extLst>
              </a:tr>
              <a:tr h="1905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WB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239.5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198.5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147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5193594"/>
                  </a:ext>
                </a:extLst>
              </a:tr>
              <a:tr h="184150"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Alameda &amp; Logan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EBL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TWLTL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156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126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156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9469935"/>
                  </a:ext>
                </a:extLst>
              </a:tr>
              <a:tr h="1841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EB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251.5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180.5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1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314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299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2575107"/>
                  </a:ext>
                </a:extLst>
              </a:tr>
              <a:tr h="1841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WBL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TWLTL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89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97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119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0025867"/>
                  </a:ext>
                </a:extLst>
              </a:tr>
              <a:tr h="1905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WB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114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117.5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247.5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149.5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6896802"/>
                  </a:ext>
                </a:extLst>
              </a:tr>
              <a:tr h="184150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Alameda &amp; Emerson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EBL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TWLTL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77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4037364"/>
                  </a:ext>
                </a:extLst>
              </a:tr>
              <a:tr h="1841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EB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142.5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256.5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3735244"/>
                  </a:ext>
                </a:extLst>
              </a:tr>
              <a:tr h="1905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WB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125.5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329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150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325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1393611"/>
                  </a:ext>
                </a:extLst>
              </a:tr>
              <a:tr h="184150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Alameda &amp; Downing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EB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165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306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239.5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325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9066689"/>
                  </a:ext>
                </a:extLst>
              </a:tr>
              <a:tr h="1905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WB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137.5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150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259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778934"/>
                  </a:ext>
                </a:extLst>
              </a:tr>
              <a:tr h="184150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Alameda &amp; Marion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EB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89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71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77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4715107"/>
                  </a:ext>
                </a:extLst>
              </a:tr>
              <a:tr h="1905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WB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115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167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165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279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61829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183095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12833CE4-C624-4EC1-A0CA-CB402101316D}"/>
              </a:ext>
            </a:extLst>
          </p:cNvPr>
          <p:cNvSpPr txBox="1">
            <a:spLocks/>
          </p:cNvSpPr>
          <p:nvPr/>
        </p:nvSpPr>
        <p:spPr>
          <a:xfrm>
            <a:off x="278606" y="309156"/>
            <a:ext cx="9144000" cy="8820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800" kern="1200" baseline="0">
                <a:solidFill>
                  <a:srgbClr val="D9531E"/>
                </a:solidFill>
                <a:latin typeface="Franklin Gothic Book"/>
                <a:ea typeface="+mj-ea"/>
                <a:cs typeface="+mj-cs"/>
              </a:defRPr>
            </a:lvl1pPr>
          </a:lstStyle>
          <a:p>
            <a:r>
              <a:rPr lang="en-US" sz="2800" dirty="0">
                <a:solidFill>
                  <a:schemeClr val="accent1"/>
                </a:solidFill>
                <a:latin typeface="Franklin Gothic Book" panose="020B0503020102020204" pitchFamily="34" charset="0"/>
              </a:rPr>
              <a:t>LOS Analysis – Alternative 1 Sensitivity</a:t>
            </a:r>
            <a:endParaRPr lang="en-US" sz="2800" dirty="0">
              <a:solidFill>
                <a:schemeClr val="accent3">
                  <a:lumMod val="60000"/>
                  <a:lumOff val="40000"/>
                </a:schemeClr>
              </a:solidFill>
              <a:latin typeface="Franklin Gothic Book" panose="020B050302010202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BEBAB0E-F30D-46C3-B3BC-D61AA71AD6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5777298"/>
              </p:ext>
            </p:extLst>
          </p:nvPr>
        </p:nvGraphicFramePr>
        <p:xfrm>
          <a:off x="1441450" y="1362075"/>
          <a:ext cx="6261100" cy="2419350"/>
        </p:xfrm>
        <a:graphic>
          <a:graphicData uri="http://schemas.openxmlformats.org/drawingml/2006/table">
            <a:tbl>
              <a:tblPr/>
              <a:tblGrid>
                <a:gridCol w="2062822">
                  <a:extLst>
                    <a:ext uri="{9D8B030D-6E8A-4147-A177-3AD203B41FA5}">
                      <a16:colId xmlns:a16="http://schemas.microsoft.com/office/drawing/2014/main" val="1332132727"/>
                    </a:ext>
                  </a:extLst>
                </a:gridCol>
                <a:gridCol w="857088">
                  <a:extLst>
                    <a:ext uri="{9D8B030D-6E8A-4147-A177-3AD203B41FA5}">
                      <a16:colId xmlns:a16="http://schemas.microsoft.com/office/drawing/2014/main" val="629148052"/>
                    </a:ext>
                  </a:extLst>
                </a:gridCol>
                <a:gridCol w="573813">
                  <a:extLst>
                    <a:ext uri="{9D8B030D-6E8A-4147-A177-3AD203B41FA5}">
                      <a16:colId xmlns:a16="http://schemas.microsoft.com/office/drawing/2014/main" val="733874098"/>
                    </a:ext>
                  </a:extLst>
                </a:gridCol>
                <a:gridCol w="493915">
                  <a:extLst>
                    <a:ext uri="{9D8B030D-6E8A-4147-A177-3AD203B41FA5}">
                      <a16:colId xmlns:a16="http://schemas.microsoft.com/office/drawing/2014/main" val="2816438547"/>
                    </a:ext>
                  </a:extLst>
                </a:gridCol>
                <a:gridCol w="857088">
                  <a:extLst>
                    <a:ext uri="{9D8B030D-6E8A-4147-A177-3AD203B41FA5}">
                      <a16:colId xmlns:a16="http://schemas.microsoft.com/office/drawing/2014/main" val="831980328"/>
                    </a:ext>
                  </a:extLst>
                </a:gridCol>
                <a:gridCol w="573813">
                  <a:extLst>
                    <a:ext uri="{9D8B030D-6E8A-4147-A177-3AD203B41FA5}">
                      <a16:colId xmlns:a16="http://schemas.microsoft.com/office/drawing/2014/main" val="1408101629"/>
                    </a:ext>
                  </a:extLst>
                </a:gridCol>
                <a:gridCol w="501179">
                  <a:extLst>
                    <a:ext uri="{9D8B030D-6E8A-4147-A177-3AD203B41FA5}">
                      <a16:colId xmlns:a16="http://schemas.microsoft.com/office/drawing/2014/main" val="1888425055"/>
                    </a:ext>
                  </a:extLst>
                </a:gridCol>
                <a:gridCol w="341382">
                  <a:extLst>
                    <a:ext uri="{9D8B030D-6E8A-4147-A177-3AD203B41FA5}">
                      <a16:colId xmlns:a16="http://schemas.microsoft.com/office/drawing/2014/main" val="2077621351"/>
                    </a:ext>
                  </a:extLst>
                </a:gridCol>
              </a:tblGrid>
              <a:tr h="190500">
                <a:tc rowSpan="2"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Intersection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Control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AM Peak Hour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PM Peak Hour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4734196"/>
                  </a:ext>
                </a:extLst>
              </a:tr>
              <a:tr h="3746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Existing Delay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Delay (s)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LOS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Existing Delay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Delay (s)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LOS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0044150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Alameda &amp; Ogden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TWSC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6444421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Eastbound Left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7.5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9.7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150467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Westbound Left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3.8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3.7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3.9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7.1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0318641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Northbound Approach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Stop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32.9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38.7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61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F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897818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Southbound Approach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Stop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19.5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9.7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27.4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40.2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4644030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Alameda &amp; Lafayette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TWSC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7156443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Eastbound Left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4.9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2.8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7.2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5517746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Westbound Left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11.5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9.4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11.8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4.9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8048536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Northbound Approach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Stop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11.7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52.4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F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22.5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75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F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433975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Southbound Approach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Stop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14.5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56.6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F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24.7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91.9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F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53877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3686842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12833CE4-C624-4EC1-A0CA-CB402101316D}"/>
              </a:ext>
            </a:extLst>
          </p:cNvPr>
          <p:cNvSpPr txBox="1">
            <a:spLocks/>
          </p:cNvSpPr>
          <p:nvPr/>
        </p:nvSpPr>
        <p:spPr>
          <a:xfrm>
            <a:off x="278606" y="309156"/>
            <a:ext cx="9144000" cy="8820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800" kern="1200" baseline="0">
                <a:solidFill>
                  <a:srgbClr val="D9531E"/>
                </a:solidFill>
                <a:latin typeface="Franklin Gothic Book"/>
                <a:ea typeface="+mj-ea"/>
                <a:cs typeface="+mj-cs"/>
              </a:defRPr>
            </a:lvl1pPr>
          </a:lstStyle>
          <a:p>
            <a:r>
              <a:rPr lang="en-US" sz="2800" dirty="0">
                <a:solidFill>
                  <a:schemeClr val="accent1"/>
                </a:solidFill>
                <a:latin typeface="Franklin Gothic Book" panose="020B0503020102020204" pitchFamily="34" charset="0"/>
              </a:rPr>
              <a:t>Alternative 1 – Traffic Analysis</a:t>
            </a:r>
            <a:endParaRPr lang="en-US" sz="2800" dirty="0">
              <a:solidFill>
                <a:schemeClr val="accent3">
                  <a:lumMod val="60000"/>
                  <a:lumOff val="40000"/>
                </a:schemeClr>
              </a:solidFill>
              <a:latin typeface="Franklin Gothic Book" panose="020B0503020102020204" pitchFamily="34" charset="0"/>
            </a:endParaRPr>
          </a:p>
        </p:txBody>
      </p:sp>
      <p:sp>
        <p:nvSpPr>
          <p:cNvPr id="59" name="Content Placeholder 2">
            <a:extLst>
              <a:ext uri="{FF2B5EF4-FFF2-40B4-BE49-F238E27FC236}">
                <a16:creationId xmlns:a16="http://schemas.microsoft.com/office/drawing/2014/main" id="{1699CB0E-08F1-462E-B987-68AD3A888F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6054" y="1069672"/>
            <a:ext cx="8364282" cy="318900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2">
                    <a:lumMod val="10000"/>
                  </a:schemeClr>
                </a:solidFill>
                <a:latin typeface="Franklin Gothic Book" panose="020B0503020102020204" pitchFamily="34" charset="0"/>
              </a:rPr>
              <a:t>Assumed 10% diversion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2">
                    <a:lumMod val="10000"/>
                  </a:schemeClr>
                </a:solidFill>
                <a:latin typeface="Franklin Gothic Book" panose="020B0503020102020204" pitchFamily="34" charset="0"/>
              </a:rPr>
              <a:t>Slight increase in delay, some approaches improve (!)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2">
                    <a:lumMod val="10000"/>
                  </a:schemeClr>
                </a:solidFill>
                <a:latin typeface="Franklin Gothic Book" panose="020B0503020102020204" pitchFamily="34" charset="0"/>
              </a:rPr>
              <a:t>Queuing comparable to current conditions, with few exceptions 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2">
                    <a:lumMod val="10000"/>
                  </a:schemeClr>
                </a:solidFill>
                <a:latin typeface="Franklin Gothic Book" panose="020B0503020102020204" pitchFamily="34" charset="0"/>
              </a:rPr>
              <a:t>Ogden and Lafayette with LOS F (side streets) – only 10-20 vehicles impacted during peak hours</a:t>
            </a:r>
          </a:p>
        </p:txBody>
      </p:sp>
    </p:spTree>
    <p:extLst>
      <p:ext uri="{BB962C8B-B14F-4D97-AF65-F5344CB8AC3E}">
        <p14:creationId xmlns:p14="http://schemas.microsoft.com/office/powerpoint/2010/main" val="14480987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>
            <a:extLst>
              <a:ext uri="{FF2B5EF4-FFF2-40B4-BE49-F238E27FC236}">
                <a16:creationId xmlns:a16="http://schemas.microsoft.com/office/drawing/2014/main" id="{3609FDF9-FF6D-40D4-AB4F-47C1272A727C}"/>
              </a:ext>
            </a:extLst>
          </p:cNvPr>
          <p:cNvSpPr txBox="1">
            <a:spLocks/>
          </p:cNvSpPr>
          <p:nvPr/>
        </p:nvSpPr>
        <p:spPr>
          <a:xfrm>
            <a:off x="278606" y="309156"/>
            <a:ext cx="9144000" cy="8820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800" kern="1200" baseline="0">
                <a:solidFill>
                  <a:srgbClr val="D9531E"/>
                </a:solidFill>
                <a:latin typeface="Franklin Gothic Book"/>
                <a:ea typeface="+mj-ea"/>
                <a:cs typeface="+mj-cs"/>
              </a:defRPr>
            </a:lvl1pPr>
          </a:lstStyle>
          <a:p>
            <a:r>
              <a:rPr lang="en-US" sz="2800" dirty="0">
                <a:solidFill>
                  <a:schemeClr val="accent1"/>
                </a:solidFill>
                <a:latin typeface="Franklin Gothic Book" panose="020B0503020102020204" pitchFamily="34" charset="0"/>
              </a:rPr>
              <a:t>Queuing and Delay Changes</a:t>
            </a:r>
            <a:endParaRPr lang="en-US" sz="2800" dirty="0">
              <a:solidFill>
                <a:schemeClr val="accent3">
                  <a:lumMod val="60000"/>
                  <a:lumOff val="40000"/>
                </a:schemeClr>
              </a:solidFill>
              <a:latin typeface="Franklin Gothic Book" panose="020B05030201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60A24E0-906F-4368-A44D-B701276C5EE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7207"/>
          <a:stretch/>
        </p:blipFill>
        <p:spPr>
          <a:xfrm>
            <a:off x="54864" y="1389006"/>
            <a:ext cx="9144000" cy="3027682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503DCED-F179-4AEB-A350-B60A6ADDC75B}"/>
              </a:ext>
            </a:extLst>
          </p:cNvPr>
          <p:cNvCxnSpPr/>
          <p:nvPr/>
        </p:nvCxnSpPr>
        <p:spPr>
          <a:xfrm>
            <a:off x="3923647" y="2366990"/>
            <a:ext cx="737616" cy="0"/>
          </a:xfrm>
          <a:prstGeom prst="line">
            <a:avLst/>
          </a:prstGeom>
          <a:ln w="76200">
            <a:headEnd type="triangle" w="sm" len="med"/>
          </a:ln>
          <a:effectLst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D959A03-D497-46C0-A71B-9D7E6F02FB9A}"/>
              </a:ext>
            </a:extLst>
          </p:cNvPr>
          <p:cNvCxnSpPr/>
          <p:nvPr/>
        </p:nvCxnSpPr>
        <p:spPr>
          <a:xfrm>
            <a:off x="5234722" y="2500340"/>
            <a:ext cx="737616" cy="0"/>
          </a:xfrm>
          <a:prstGeom prst="line">
            <a:avLst/>
          </a:prstGeom>
          <a:ln w="76200">
            <a:headEnd type="none"/>
            <a:tailEnd type="triangle" w="sm" len="med"/>
          </a:ln>
          <a:effectLst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F2B117E-3B57-4FC8-A283-38559C65DBF4}"/>
              </a:ext>
            </a:extLst>
          </p:cNvPr>
          <p:cNvCxnSpPr>
            <a:cxnSpLocks/>
          </p:cNvCxnSpPr>
          <p:nvPr/>
        </p:nvCxnSpPr>
        <p:spPr>
          <a:xfrm>
            <a:off x="6031736" y="2345219"/>
            <a:ext cx="566928" cy="0"/>
          </a:xfrm>
          <a:prstGeom prst="line">
            <a:avLst/>
          </a:prstGeom>
          <a:ln w="76200">
            <a:headEnd type="triangle" w="sm" len="med"/>
          </a:ln>
          <a:effectLst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45FE674-E0B1-4677-807C-6B74EDF74CDA}"/>
              </a:ext>
            </a:extLst>
          </p:cNvPr>
          <p:cNvCxnSpPr>
            <a:cxnSpLocks/>
          </p:cNvCxnSpPr>
          <p:nvPr/>
        </p:nvCxnSpPr>
        <p:spPr>
          <a:xfrm>
            <a:off x="6733177" y="2345219"/>
            <a:ext cx="621792" cy="0"/>
          </a:xfrm>
          <a:prstGeom prst="line">
            <a:avLst/>
          </a:prstGeom>
          <a:ln w="76200">
            <a:headEnd type="triangle" w="sm" len="med"/>
          </a:ln>
          <a:effectLst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3" name="Callout: Bent Line 12">
            <a:extLst>
              <a:ext uri="{FF2B5EF4-FFF2-40B4-BE49-F238E27FC236}">
                <a16:creationId xmlns:a16="http://schemas.microsoft.com/office/drawing/2014/main" id="{3EC9B42F-12A7-4509-9638-A3E42FACD132}"/>
              </a:ext>
            </a:extLst>
          </p:cNvPr>
          <p:cNvSpPr/>
          <p:nvPr/>
        </p:nvSpPr>
        <p:spPr>
          <a:xfrm>
            <a:off x="2346960" y="2689804"/>
            <a:ext cx="1237996" cy="407413"/>
          </a:xfrm>
          <a:prstGeom prst="borderCallout2">
            <a:avLst>
              <a:gd name="adj1" fmla="val 48946"/>
              <a:gd name="adj2" fmla="val 99688"/>
              <a:gd name="adj3" fmla="val 49466"/>
              <a:gd name="adj4" fmla="val 99555"/>
              <a:gd name="adj5" fmla="val -70782"/>
              <a:gd name="adj6" fmla="val 129613"/>
            </a:avLst>
          </a:prstGeom>
          <a:solidFill>
            <a:schemeClr val="bg1"/>
          </a:solidFill>
          <a:ln>
            <a:solidFill>
              <a:srgbClr val="D953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>
                <a:solidFill>
                  <a:srgbClr val="D9531E"/>
                </a:solidFill>
              </a:rPr>
              <a:t>Queue from Emerson ~ 330’ WB</a:t>
            </a:r>
          </a:p>
        </p:txBody>
      </p:sp>
      <p:sp>
        <p:nvSpPr>
          <p:cNvPr id="16" name="Callout: Bent Line 15">
            <a:extLst>
              <a:ext uri="{FF2B5EF4-FFF2-40B4-BE49-F238E27FC236}">
                <a16:creationId xmlns:a16="http://schemas.microsoft.com/office/drawing/2014/main" id="{BE4CFB0D-F2A2-4FCF-BFA2-0B145B50F999}"/>
              </a:ext>
            </a:extLst>
          </p:cNvPr>
          <p:cNvSpPr/>
          <p:nvPr/>
        </p:nvSpPr>
        <p:spPr>
          <a:xfrm>
            <a:off x="7121716" y="1478400"/>
            <a:ext cx="1504124" cy="306858"/>
          </a:xfrm>
          <a:prstGeom prst="borderCallout2">
            <a:avLst>
              <a:gd name="adj1" fmla="val 51243"/>
              <a:gd name="adj2" fmla="val -4136"/>
              <a:gd name="adj3" fmla="val 49466"/>
              <a:gd name="adj4" fmla="val -16307"/>
              <a:gd name="adj5" fmla="val 270907"/>
              <a:gd name="adj6" fmla="val -18067"/>
            </a:avLst>
          </a:prstGeom>
          <a:solidFill>
            <a:schemeClr val="bg1"/>
          </a:solidFill>
          <a:ln>
            <a:solidFill>
              <a:srgbClr val="D953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>
                <a:solidFill>
                  <a:srgbClr val="D9531E"/>
                </a:solidFill>
              </a:rPr>
              <a:t>Queue from Marion</a:t>
            </a:r>
          </a:p>
          <a:p>
            <a:pPr algn="ctr"/>
            <a:r>
              <a:rPr lang="en-US" sz="900" b="1" dirty="0">
                <a:solidFill>
                  <a:srgbClr val="D9531E"/>
                </a:solidFill>
              </a:rPr>
              <a:t>~280’ WB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9524FFF6-0D1A-4F99-B412-3CBE94E4F07E}"/>
              </a:ext>
            </a:extLst>
          </p:cNvPr>
          <p:cNvCxnSpPr>
            <a:cxnSpLocks/>
          </p:cNvCxnSpPr>
          <p:nvPr/>
        </p:nvCxnSpPr>
        <p:spPr>
          <a:xfrm flipV="1">
            <a:off x="7416800" y="2438400"/>
            <a:ext cx="0" cy="19594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  <a:effectLst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59E3A54B-9D7B-447F-917D-A4ABFF5115D3}"/>
              </a:ext>
            </a:extLst>
          </p:cNvPr>
          <p:cNvCxnSpPr>
            <a:cxnSpLocks/>
          </p:cNvCxnSpPr>
          <p:nvPr/>
        </p:nvCxnSpPr>
        <p:spPr>
          <a:xfrm>
            <a:off x="7402286" y="2177143"/>
            <a:ext cx="0" cy="18984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  <a:effectLst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1" name="Callout: Bent Line 20">
            <a:extLst>
              <a:ext uri="{FF2B5EF4-FFF2-40B4-BE49-F238E27FC236}">
                <a16:creationId xmlns:a16="http://schemas.microsoft.com/office/drawing/2014/main" id="{E81B14E6-6BEE-4482-BB4B-6D7BC794DD30}"/>
              </a:ext>
            </a:extLst>
          </p:cNvPr>
          <p:cNvSpPr/>
          <p:nvPr/>
        </p:nvSpPr>
        <p:spPr>
          <a:xfrm>
            <a:off x="2523853" y="3480849"/>
            <a:ext cx="1237996" cy="340720"/>
          </a:xfrm>
          <a:prstGeom prst="borderCallout2">
            <a:avLst>
              <a:gd name="adj1" fmla="val 48946"/>
              <a:gd name="adj2" fmla="val 99688"/>
              <a:gd name="adj3" fmla="val 49466"/>
              <a:gd name="adj4" fmla="val 99555"/>
              <a:gd name="adj5" fmla="val -219136"/>
              <a:gd name="adj6" fmla="val 165957"/>
            </a:avLst>
          </a:prstGeom>
          <a:solidFill>
            <a:schemeClr val="bg1"/>
          </a:solidFill>
          <a:ln>
            <a:solidFill>
              <a:srgbClr val="D953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>
                <a:solidFill>
                  <a:srgbClr val="D9531E"/>
                </a:solidFill>
              </a:rPr>
              <a:t>LOS F at NB Ogden</a:t>
            </a:r>
          </a:p>
          <a:p>
            <a:pPr algn="ctr"/>
            <a:r>
              <a:rPr lang="en-US" sz="900" b="1" dirty="0">
                <a:solidFill>
                  <a:srgbClr val="D9531E"/>
                </a:solidFill>
              </a:rPr>
              <a:t>(11 </a:t>
            </a:r>
            <a:r>
              <a:rPr lang="en-US" sz="900" b="1" dirty="0" err="1">
                <a:solidFill>
                  <a:srgbClr val="D9531E"/>
                </a:solidFill>
              </a:rPr>
              <a:t>vpd</a:t>
            </a:r>
            <a:r>
              <a:rPr lang="en-US" sz="900" b="1" dirty="0">
                <a:solidFill>
                  <a:srgbClr val="D9531E"/>
                </a:solidFill>
              </a:rPr>
              <a:t>)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D732B2F8-958C-4918-A569-45BF9704397E}"/>
              </a:ext>
            </a:extLst>
          </p:cNvPr>
          <p:cNvCxnSpPr>
            <a:cxnSpLocks/>
          </p:cNvCxnSpPr>
          <p:nvPr/>
        </p:nvCxnSpPr>
        <p:spPr>
          <a:xfrm flipV="1">
            <a:off x="4615543" y="2489200"/>
            <a:ext cx="0" cy="19594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  <a:effectLst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3" name="Callout: Bent Line 22">
            <a:extLst>
              <a:ext uri="{FF2B5EF4-FFF2-40B4-BE49-F238E27FC236}">
                <a16:creationId xmlns:a16="http://schemas.microsoft.com/office/drawing/2014/main" id="{9819E7A2-57F4-46AC-99BB-28C6BC20AEDA}"/>
              </a:ext>
            </a:extLst>
          </p:cNvPr>
          <p:cNvSpPr/>
          <p:nvPr/>
        </p:nvSpPr>
        <p:spPr>
          <a:xfrm>
            <a:off x="4397829" y="1493455"/>
            <a:ext cx="1342499" cy="407413"/>
          </a:xfrm>
          <a:prstGeom prst="borderCallout2">
            <a:avLst>
              <a:gd name="adj1" fmla="val 48946"/>
              <a:gd name="adj2" fmla="val 99688"/>
              <a:gd name="adj3" fmla="val 49466"/>
              <a:gd name="adj4" fmla="val 99555"/>
              <a:gd name="adj5" fmla="val 228472"/>
              <a:gd name="adj6" fmla="val 119343"/>
            </a:avLst>
          </a:prstGeom>
          <a:solidFill>
            <a:schemeClr val="bg1"/>
          </a:solidFill>
          <a:ln>
            <a:solidFill>
              <a:srgbClr val="D953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>
                <a:solidFill>
                  <a:srgbClr val="D9531E"/>
                </a:solidFill>
              </a:rPr>
              <a:t>Queue from Downing:</a:t>
            </a:r>
          </a:p>
          <a:p>
            <a:pPr algn="ctr"/>
            <a:r>
              <a:rPr lang="en-US" sz="900" b="1" dirty="0">
                <a:solidFill>
                  <a:srgbClr val="D9531E"/>
                </a:solidFill>
              </a:rPr>
              <a:t>~330’ EB</a:t>
            </a:r>
          </a:p>
          <a:p>
            <a:pPr algn="ctr"/>
            <a:r>
              <a:rPr lang="en-US" sz="900" b="1" dirty="0">
                <a:solidFill>
                  <a:srgbClr val="D9531E"/>
                </a:solidFill>
              </a:rPr>
              <a:t>~260’ WB</a:t>
            </a:r>
          </a:p>
        </p:txBody>
      </p:sp>
      <p:sp>
        <p:nvSpPr>
          <p:cNvPr id="24" name="Callout: Bent Line 23">
            <a:extLst>
              <a:ext uri="{FF2B5EF4-FFF2-40B4-BE49-F238E27FC236}">
                <a16:creationId xmlns:a16="http://schemas.microsoft.com/office/drawing/2014/main" id="{6733D3C1-A005-4CCD-B176-E9D75B152A00}"/>
              </a:ext>
            </a:extLst>
          </p:cNvPr>
          <p:cNvSpPr/>
          <p:nvPr/>
        </p:nvSpPr>
        <p:spPr>
          <a:xfrm>
            <a:off x="7720866" y="2791942"/>
            <a:ext cx="1477998" cy="305275"/>
          </a:xfrm>
          <a:prstGeom prst="borderCallout2">
            <a:avLst>
              <a:gd name="adj1" fmla="val 51243"/>
              <a:gd name="adj2" fmla="val -4136"/>
              <a:gd name="adj3" fmla="val 49466"/>
              <a:gd name="adj4" fmla="val -16307"/>
              <a:gd name="adj5" fmla="val -23872"/>
              <a:gd name="adj6" fmla="val -19540"/>
            </a:avLst>
          </a:prstGeom>
          <a:solidFill>
            <a:schemeClr val="bg1"/>
          </a:solidFill>
          <a:ln>
            <a:solidFill>
              <a:srgbClr val="D953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>
                <a:solidFill>
                  <a:srgbClr val="D9531E"/>
                </a:solidFill>
              </a:rPr>
              <a:t>LOS F at NB/SB Lafayette</a:t>
            </a:r>
          </a:p>
          <a:p>
            <a:pPr algn="ctr"/>
            <a:r>
              <a:rPr lang="en-US" sz="900" b="1" dirty="0">
                <a:solidFill>
                  <a:srgbClr val="D9531E"/>
                </a:solidFill>
              </a:rPr>
              <a:t>(10-20 </a:t>
            </a:r>
            <a:r>
              <a:rPr lang="en-US" sz="900" b="1" dirty="0" err="1">
                <a:solidFill>
                  <a:srgbClr val="D9531E"/>
                </a:solidFill>
              </a:rPr>
              <a:t>vpd</a:t>
            </a:r>
            <a:r>
              <a:rPr lang="en-US" sz="900" b="1" dirty="0">
                <a:solidFill>
                  <a:srgbClr val="D9531E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20703588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12833CE4-C624-4EC1-A0CA-CB402101316D}"/>
              </a:ext>
            </a:extLst>
          </p:cNvPr>
          <p:cNvSpPr txBox="1">
            <a:spLocks/>
          </p:cNvSpPr>
          <p:nvPr/>
        </p:nvSpPr>
        <p:spPr>
          <a:xfrm>
            <a:off x="278606" y="309156"/>
            <a:ext cx="9144000" cy="8820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800" kern="1200" baseline="0">
                <a:solidFill>
                  <a:srgbClr val="D9531E"/>
                </a:solidFill>
                <a:latin typeface="Franklin Gothic Book"/>
                <a:ea typeface="+mj-ea"/>
                <a:cs typeface="+mj-cs"/>
              </a:defRPr>
            </a:lvl1pPr>
          </a:lstStyle>
          <a:p>
            <a:r>
              <a:rPr lang="en-US" sz="2800" dirty="0">
                <a:solidFill>
                  <a:schemeClr val="accent1"/>
                </a:solidFill>
                <a:latin typeface="Franklin Gothic Book" panose="020B0503020102020204" pitchFamily="34" charset="0"/>
              </a:rPr>
              <a:t>Alternative 1 – Diversion Potential</a:t>
            </a:r>
            <a:endParaRPr lang="en-US" sz="2800" dirty="0">
              <a:solidFill>
                <a:schemeClr val="accent3">
                  <a:lumMod val="60000"/>
                  <a:lumOff val="40000"/>
                </a:schemeClr>
              </a:solidFill>
              <a:latin typeface="Franklin Gothic Book" panose="020B0503020102020204" pitchFamily="34" charset="0"/>
            </a:endParaRPr>
          </a:p>
        </p:txBody>
      </p:sp>
      <p:sp>
        <p:nvSpPr>
          <p:cNvPr id="59" name="Content Placeholder 2">
            <a:extLst>
              <a:ext uri="{FF2B5EF4-FFF2-40B4-BE49-F238E27FC236}">
                <a16:creationId xmlns:a16="http://schemas.microsoft.com/office/drawing/2014/main" id="{1699CB0E-08F1-462E-B987-68AD3A888F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6054" y="1069672"/>
            <a:ext cx="8364282" cy="318900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2">
                    <a:lumMod val="10000"/>
                  </a:schemeClr>
                </a:solidFill>
                <a:latin typeface="Franklin Gothic Book" panose="020B0503020102020204" pitchFamily="34" charset="0"/>
              </a:rPr>
              <a:t>10% total diversion </a:t>
            </a:r>
          </a:p>
          <a:p>
            <a:pPr marL="914400" lvl="5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2">
                    <a:lumMod val="10000"/>
                  </a:schemeClr>
                </a:solidFill>
                <a:latin typeface="Franklin Gothic Book" panose="020B0503020102020204" pitchFamily="34" charset="0"/>
              </a:rPr>
              <a:t>8% rerouted traffic to Virginia and Speer/1</a:t>
            </a:r>
            <a:r>
              <a:rPr lang="en-US" sz="1800" baseline="30000" dirty="0">
                <a:solidFill>
                  <a:schemeClr val="bg2">
                    <a:lumMod val="10000"/>
                  </a:schemeClr>
                </a:solidFill>
                <a:latin typeface="Franklin Gothic Book" panose="020B0503020102020204" pitchFamily="34" charset="0"/>
              </a:rPr>
              <a:t>st</a:t>
            </a:r>
            <a:r>
              <a:rPr lang="en-US" sz="1800" dirty="0">
                <a:solidFill>
                  <a:schemeClr val="bg2">
                    <a:lumMod val="10000"/>
                  </a:schemeClr>
                </a:solidFill>
                <a:latin typeface="Franklin Gothic Book" panose="020B0503020102020204" pitchFamily="34" charset="0"/>
              </a:rPr>
              <a:t> Ave</a:t>
            </a:r>
          </a:p>
          <a:p>
            <a:pPr marL="914400" lvl="5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2">
                    <a:lumMod val="10000"/>
                  </a:schemeClr>
                </a:solidFill>
                <a:latin typeface="Franklin Gothic Book" panose="020B0503020102020204" pitchFamily="34" charset="0"/>
              </a:rPr>
              <a:t>2% dispersed to the network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2">
                    <a:lumMod val="10000"/>
                  </a:schemeClr>
                </a:solidFill>
                <a:latin typeface="Franklin Gothic Book" panose="020B0503020102020204" pitchFamily="34" charset="0"/>
              </a:rPr>
              <a:t>Slight impacts to Virginia and Speer/1</a:t>
            </a:r>
            <a:r>
              <a:rPr lang="en-US" sz="2000" b="1" baseline="30000" dirty="0">
                <a:solidFill>
                  <a:schemeClr val="bg2">
                    <a:lumMod val="10000"/>
                  </a:schemeClr>
                </a:solidFill>
                <a:latin typeface="Franklin Gothic Book" panose="020B0503020102020204" pitchFamily="34" charset="0"/>
              </a:rPr>
              <a:t>st</a:t>
            </a:r>
            <a:r>
              <a:rPr lang="en-US" sz="2000" b="1" dirty="0">
                <a:solidFill>
                  <a:schemeClr val="bg2">
                    <a:lumMod val="10000"/>
                  </a:schemeClr>
                </a:solidFill>
                <a:latin typeface="Franklin Gothic Book" panose="020B0503020102020204" pitchFamily="34" charset="0"/>
              </a:rPr>
              <a:t> Ave</a:t>
            </a:r>
          </a:p>
        </p:txBody>
      </p:sp>
    </p:spTree>
    <p:extLst>
      <p:ext uri="{BB962C8B-B14F-4D97-AF65-F5344CB8AC3E}">
        <p14:creationId xmlns:p14="http://schemas.microsoft.com/office/powerpoint/2010/main" val="16829215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8A7DE5FA-58C1-D357-8E26-41B26C80737A}"/>
              </a:ext>
            </a:extLst>
          </p:cNvPr>
          <p:cNvGrpSpPr/>
          <p:nvPr/>
        </p:nvGrpSpPr>
        <p:grpSpPr>
          <a:xfrm>
            <a:off x="576952" y="0"/>
            <a:ext cx="7994114" cy="5143500"/>
            <a:chOff x="576952" y="0"/>
            <a:chExt cx="7994114" cy="5143500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30056982-A7FD-48C5-929D-3B0C4CC71AC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76952" y="0"/>
              <a:ext cx="7994114" cy="5143500"/>
            </a:xfrm>
            <a:prstGeom prst="rect">
              <a:avLst/>
            </a:prstGeom>
          </p:spPr>
        </p:pic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5026E788-46AA-496A-88A6-9BD518225DA6}"/>
                </a:ext>
              </a:extLst>
            </p:cNvPr>
            <p:cNvSpPr txBox="1"/>
            <p:nvPr/>
          </p:nvSpPr>
          <p:spPr>
            <a:xfrm>
              <a:off x="5073421" y="3048000"/>
              <a:ext cx="657225" cy="369332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" b="1" dirty="0">
                  <a:solidFill>
                    <a:schemeClr val="tx2"/>
                  </a:solidFill>
                </a:rPr>
                <a:t>Total:</a:t>
              </a:r>
            </a:p>
            <a:p>
              <a:pPr algn="ctr"/>
              <a:r>
                <a:rPr lang="en-US" sz="600" b="1" dirty="0">
                  <a:solidFill>
                    <a:schemeClr val="tx2"/>
                  </a:solidFill>
                </a:rPr>
                <a:t>AADT = 3,200</a:t>
              </a:r>
            </a:p>
            <a:p>
              <a:pPr algn="ctr"/>
              <a:r>
                <a:rPr lang="en-US" sz="600" b="1" dirty="0">
                  <a:solidFill>
                    <a:schemeClr val="tx2"/>
                  </a:solidFill>
                </a:rPr>
                <a:t>+ 490 </a:t>
              </a:r>
              <a:r>
                <a:rPr lang="en-US" sz="600" b="1" dirty="0" err="1">
                  <a:solidFill>
                    <a:schemeClr val="tx2"/>
                  </a:solidFill>
                </a:rPr>
                <a:t>vpd</a:t>
              </a:r>
              <a:r>
                <a:rPr lang="en-US" sz="600" b="1" dirty="0">
                  <a:solidFill>
                    <a:schemeClr val="tx2"/>
                  </a:solidFill>
                </a:rPr>
                <a:t> 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A0C0E4B7-2CA6-44A9-BA5C-83F01966769B}"/>
                </a:ext>
              </a:extLst>
            </p:cNvPr>
            <p:cNvSpPr txBox="1"/>
            <p:nvPr/>
          </p:nvSpPr>
          <p:spPr>
            <a:xfrm>
              <a:off x="3683422" y="3112488"/>
              <a:ext cx="700343" cy="276999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" b="1" dirty="0">
                  <a:solidFill>
                    <a:schemeClr val="tx2"/>
                  </a:solidFill>
                </a:rPr>
                <a:t>2% (EB)</a:t>
              </a:r>
            </a:p>
            <a:p>
              <a:pPr algn="ctr"/>
              <a:r>
                <a:rPr lang="en-US" sz="600" b="1" dirty="0">
                  <a:solidFill>
                    <a:schemeClr val="tx2"/>
                  </a:solidFill>
                </a:rPr>
                <a:t>ADD’L ADT: 170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87032124-5BBD-4283-8B84-04F0370F2CB1}"/>
                </a:ext>
              </a:extLst>
            </p:cNvPr>
            <p:cNvSpPr txBox="1"/>
            <p:nvPr/>
          </p:nvSpPr>
          <p:spPr>
            <a:xfrm>
              <a:off x="6118515" y="3112488"/>
              <a:ext cx="700343" cy="276999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" b="1" dirty="0">
                  <a:solidFill>
                    <a:schemeClr val="tx2"/>
                  </a:solidFill>
                </a:rPr>
                <a:t>3% (WB)</a:t>
              </a:r>
            </a:p>
            <a:p>
              <a:pPr algn="ctr"/>
              <a:r>
                <a:rPr lang="en-US" sz="600" b="1" dirty="0">
                  <a:solidFill>
                    <a:schemeClr val="tx2"/>
                  </a:solidFill>
                </a:rPr>
                <a:t>ADD’L ADT: 320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BACE0635-A33F-4BFD-8DF7-826AFCF48851}"/>
                </a:ext>
              </a:extLst>
            </p:cNvPr>
            <p:cNvSpPr txBox="1"/>
            <p:nvPr/>
          </p:nvSpPr>
          <p:spPr>
            <a:xfrm rot="16200000">
              <a:off x="3274106" y="2551451"/>
              <a:ext cx="652339" cy="369332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" b="1" dirty="0">
                  <a:solidFill>
                    <a:schemeClr val="tx2"/>
                  </a:solidFill>
                </a:rPr>
                <a:t>AADT = 12,900</a:t>
              </a:r>
            </a:p>
            <a:p>
              <a:pPr algn="ctr"/>
              <a:r>
                <a:rPr lang="en-US" sz="600" b="1" dirty="0">
                  <a:solidFill>
                    <a:schemeClr val="tx2"/>
                  </a:solidFill>
                </a:rPr>
                <a:t>+170 </a:t>
              </a:r>
              <a:r>
                <a:rPr lang="en-US" sz="600" b="1" dirty="0" err="1">
                  <a:solidFill>
                    <a:schemeClr val="tx2"/>
                  </a:solidFill>
                </a:rPr>
                <a:t>vpd</a:t>
              </a:r>
              <a:r>
                <a:rPr lang="en-US" sz="600" b="1" dirty="0">
                  <a:solidFill>
                    <a:schemeClr val="tx2"/>
                  </a:solidFill>
                </a:rPr>
                <a:t> </a:t>
              </a:r>
            </a:p>
            <a:p>
              <a:pPr algn="ctr"/>
              <a:r>
                <a:rPr lang="en-US" sz="600" b="1" dirty="0">
                  <a:solidFill>
                    <a:schemeClr val="tx2"/>
                  </a:solidFill>
                </a:rPr>
                <a:t>(2% EB)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DC1EFDA-C246-4559-894B-FAE6F1CFF43D}"/>
                </a:ext>
              </a:extLst>
            </p:cNvPr>
            <p:cNvSpPr txBox="1"/>
            <p:nvPr/>
          </p:nvSpPr>
          <p:spPr>
            <a:xfrm>
              <a:off x="3968749" y="2285040"/>
              <a:ext cx="561541" cy="184666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" b="1" dirty="0">
                  <a:solidFill>
                    <a:schemeClr val="tx2"/>
                  </a:solidFill>
                </a:rPr>
                <a:t>90% of EBT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B4F2CF65-16FE-413D-BF8E-FDD0CE242F46}"/>
                </a:ext>
              </a:extLst>
            </p:cNvPr>
            <p:cNvSpPr txBox="1"/>
            <p:nvPr/>
          </p:nvSpPr>
          <p:spPr>
            <a:xfrm>
              <a:off x="5267238" y="2305047"/>
              <a:ext cx="561541" cy="184666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" b="1" dirty="0">
                  <a:solidFill>
                    <a:schemeClr val="tx2"/>
                  </a:solidFill>
                </a:rPr>
                <a:t>90% of WB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5CB79468-808D-4005-981A-57731B3492AE}"/>
                </a:ext>
              </a:extLst>
            </p:cNvPr>
            <p:cNvSpPr txBox="1"/>
            <p:nvPr/>
          </p:nvSpPr>
          <p:spPr>
            <a:xfrm rot="16200000">
              <a:off x="2702863" y="1537969"/>
              <a:ext cx="700344" cy="276999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" b="1" dirty="0">
                  <a:solidFill>
                    <a:schemeClr val="tx2"/>
                  </a:solidFill>
                </a:rPr>
                <a:t>AADT = 28,000</a:t>
              </a:r>
            </a:p>
            <a:p>
              <a:pPr algn="ctr"/>
              <a:r>
                <a:rPr lang="en-US" sz="600" b="1" dirty="0">
                  <a:solidFill>
                    <a:schemeClr val="tx2"/>
                  </a:solidFill>
                </a:rPr>
                <a:t>+340 (4%)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32171AC3-4DD7-4BAA-BF72-54431679B5FB}"/>
                </a:ext>
              </a:extLst>
            </p:cNvPr>
            <p:cNvSpPr txBox="1"/>
            <p:nvPr/>
          </p:nvSpPr>
          <p:spPr>
            <a:xfrm>
              <a:off x="3543116" y="1066474"/>
              <a:ext cx="749807" cy="276999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" b="1" dirty="0">
                  <a:solidFill>
                    <a:schemeClr val="tx2"/>
                  </a:solidFill>
                </a:rPr>
                <a:t>AADT = 2,600</a:t>
              </a:r>
            </a:p>
            <a:p>
              <a:pPr algn="ctr"/>
              <a:r>
                <a:rPr lang="en-US" sz="600" b="1" dirty="0">
                  <a:solidFill>
                    <a:schemeClr val="tx2"/>
                  </a:solidFill>
                </a:rPr>
                <a:t>+ 510 </a:t>
              </a:r>
              <a:r>
                <a:rPr lang="en-US" sz="600" b="1" dirty="0" err="1">
                  <a:solidFill>
                    <a:schemeClr val="tx2"/>
                  </a:solidFill>
                </a:rPr>
                <a:t>vpd</a:t>
              </a:r>
              <a:r>
                <a:rPr lang="en-US" sz="600" b="1" dirty="0">
                  <a:solidFill>
                    <a:schemeClr val="tx2"/>
                  </a:solidFill>
                </a:rPr>
                <a:t> (6% EB)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8083EBAE-A118-4B8F-8013-41F77E2B5210}"/>
                </a:ext>
              </a:extLst>
            </p:cNvPr>
            <p:cNvSpPr txBox="1"/>
            <p:nvPr/>
          </p:nvSpPr>
          <p:spPr>
            <a:xfrm>
              <a:off x="5730646" y="1081476"/>
              <a:ext cx="815183" cy="369332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" b="1" dirty="0">
                  <a:solidFill>
                    <a:schemeClr val="tx2"/>
                  </a:solidFill>
                </a:rPr>
                <a:t>AADT = 50,000</a:t>
              </a:r>
            </a:p>
            <a:p>
              <a:pPr algn="ctr"/>
              <a:r>
                <a:rPr lang="en-US" sz="600" b="1" dirty="0">
                  <a:solidFill>
                    <a:schemeClr val="tx2"/>
                  </a:solidFill>
                </a:rPr>
                <a:t>+ 910 </a:t>
              </a:r>
              <a:r>
                <a:rPr lang="en-US" sz="600" b="1" dirty="0" err="1">
                  <a:solidFill>
                    <a:schemeClr val="tx2"/>
                  </a:solidFill>
                </a:rPr>
                <a:t>vpd</a:t>
              </a:r>
              <a:r>
                <a:rPr lang="en-US" sz="600" b="1" dirty="0">
                  <a:solidFill>
                    <a:schemeClr val="tx2"/>
                  </a:solidFill>
                </a:rPr>
                <a:t> (5% WB + 6% EB) 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EED9C768-0BFD-475B-A92F-D11B03704E30}"/>
                </a:ext>
              </a:extLst>
            </p:cNvPr>
            <p:cNvSpPr txBox="1"/>
            <p:nvPr/>
          </p:nvSpPr>
          <p:spPr>
            <a:xfrm rot="16200000">
              <a:off x="3203613" y="1606302"/>
              <a:ext cx="769557" cy="276999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" b="1" dirty="0">
                  <a:solidFill>
                    <a:schemeClr val="tx2"/>
                  </a:solidFill>
                </a:rPr>
                <a:t>AADT = 12,900</a:t>
              </a:r>
            </a:p>
            <a:p>
              <a:pPr algn="ctr"/>
              <a:r>
                <a:rPr lang="en-US" sz="600" b="1" dirty="0">
                  <a:solidFill>
                    <a:schemeClr val="tx2"/>
                  </a:solidFill>
                </a:rPr>
                <a:t>+ 170 </a:t>
              </a:r>
              <a:r>
                <a:rPr lang="en-US" sz="600" b="1" dirty="0" err="1">
                  <a:solidFill>
                    <a:schemeClr val="tx2"/>
                  </a:solidFill>
                </a:rPr>
                <a:t>vpd</a:t>
              </a:r>
              <a:r>
                <a:rPr lang="en-US" sz="600" b="1" dirty="0">
                  <a:solidFill>
                    <a:schemeClr val="tx2"/>
                  </a:solidFill>
                </a:rPr>
                <a:t> (2% EB)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647490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0396436-ED78-F37C-A484-21C0E574CA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46333"/>
            <a:ext cx="9144000" cy="3050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117271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38E76C0-2279-00B1-0A44-212BB69BDF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46383"/>
            <a:ext cx="9144000" cy="3050734"/>
          </a:xfrm>
          <a:prstGeom prst="rect">
            <a:avLst/>
          </a:prstGeom>
        </p:spPr>
      </p:pic>
      <p:sp>
        <p:nvSpPr>
          <p:cNvPr id="2" name="Callout: Bent Line 1">
            <a:extLst>
              <a:ext uri="{FF2B5EF4-FFF2-40B4-BE49-F238E27FC236}">
                <a16:creationId xmlns:a16="http://schemas.microsoft.com/office/drawing/2014/main" id="{0BC9AA5E-E10C-499B-13D6-452ABC4F4385}"/>
              </a:ext>
            </a:extLst>
          </p:cNvPr>
          <p:cNvSpPr/>
          <p:nvPr/>
        </p:nvSpPr>
        <p:spPr>
          <a:xfrm>
            <a:off x="2453268" y="1323278"/>
            <a:ext cx="1923865" cy="708459"/>
          </a:xfrm>
          <a:prstGeom prst="borderCallout2">
            <a:avLst>
              <a:gd name="adj1" fmla="val 49185"/>
              <a:gd name="adj2" fmla="val 103178"/>
              <a:gd name="adj3" fmla="val 49466"/>
              <a:gd name="adj4" fmla="val 114988"/>
              <a:gd name="adj5" fmla="val 179993"/>
              <a:gd name="adj6" fmla="val 126770"/>
            </a:avLst>
          </a:prstGeom>
          <a:solidFill>
            <a:schemeClr val="bg1"/>
          </a:solidFill>
          <a:ln w="41275"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2"/>
                </a:solidFill>
              </a:rPr>
              <a:t>Access control at some unsignalized INTs </a:t>
            </a:r>
          </a:p>
          <a:p>
            <a:pPr algn="ctr"/>
            <a:r>
              <a:rPr lang="en-US" sz="1400" b="1" dirty="0">
                <a:solidFill>
                  <a:schemeClr val="tx2"/>
                </a:solidFill>
              </a:rPr>
              <a:t>(SBI CRF = 24%)</a:t>
            </a:r>
          </a:p>
        </p:txBody>
      </p:sp>
      <p:sp>
        <p:nvSpPr>
          <p:cNvPr id="4" name="Callout: Bent Line 3">
            <a:extLst>
              <a:ext uri="{FF2B5EF4-FFF2-40B4-BE49-F238E27FC236}">
                <a16:creationId xmlns:a16="http://schemas.microsoft.com/office/drawing/2014/main" id="{2DF64CBE-ECF6-4317-2DCD-8C88CF40E4D5}"/>
              </a:ext>
            </a:extLst>
          </p:cNvPr>
          <p:cNvSpPr/>
          <p:nvPr/>
        </p:nvSpPr>
        <p:spPr>
          <a:xfrm>
            <a:off x="5374888" y="3364477"/>
            <a:ext cx="1557615" cy="732640"/>
          </a:xfrm>
          <a:prstGeom prst="borderCallout2">
            <a:avLst>
              <a:gd name="adj1" fmla="val 49185"/>
              <a:gd name="adj2" fmla="val 103178"/>
              <a:gd name="adj3" fmla="val 49466"/>
              <a:gd name="adj4" fmla="val 114988"/>
              <a:gd name="adj5" fmla="val -100957"/>
              <a:gd name="adj6" fmla="val 139630"/>
            </a:avLst>
          </a:prstGeom>
          <a:solidFill>
            <a:schemeClr val="bg1"/>
          </a:solidFill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2"/>
                </a:solidFill>
              </a:rPr>
              <a:t>Re-introducing LT lanes on Alameda</a:t>
            </a: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660E3031-327D-B7AC-29C7-D8062E9369D5}"/>
              </a:ext>
            </a:extLst>
          </p:cNvPr>
          <p:cNvSpPr/>
          <p:nvPr/>
        </p:nvSpPr>
        <p:spPr>
          <a:xfrm>
            <a:off x="5024776" y="2619039"/>
            <a:ext cx="369778" cy="1073491"/>
          </a:xfrm>
          <a:custGeom>
            <a:avLst/>
            <a:gdLst>
              <a:gd name="connsiteX0" fmla="*/ 0 w 146050"/>
              <a:gd name="connsiteY0" fmla="*/ 330200 h 330200"/>
              <a:gd name="connsiteX1" fmla="*/ 44450 w 146050"/>
              <a:gd name="connsiteY1" fmla="*/ 0 h 330200"/>
              <a:gd name="connsiteX2" fmla="*/ 146050 w 146050"/>
              <a:gd name="connsiteY2" fmla="*/ 6350 h 330200"/>
              <a:gd name="connsiteX0" fmla="*/ 844550 w 990600"/>
              <a:gd name="connsiteY0" fmla="*/ 352859 h 352859"/>
              <a:gd name="connsiteX1" fmla="*/ 0 w 990600"/>
              <a:gd name="connsiteY1" fmla="*/ 0 h 352859"/>
              <a:gd name="connsiteX2" fmla="*/ 990600 w 990600"/>
              <a:gd name="connsiteY2" fmla="*/ 29009 h 352859"/>
              <a:gd name="connsiteX0" fmla="*/ 932106 w 932106"/>
              <a:gd name="connsiteY0" fmla="*/ 352859 h 352859"/>
              <a:gd name="connsiteX1" fmla="*/ 87556 w 932106"/>
              <a:gd name="connsiteY1" fmla="*/ 0 h 352859"/>
              <a:gd name="connsiteX2" fmla="*/ 5006 w 932106"/>
              <a:gd name="connsiteY2" fmla="*/ 13902 h 352859"/>
              <a:gd name="connsiteX0" fmla="*/ 927100 w 927100"/>
              <a:gd name="connsiteY0" fmla="*/ 338957 h 338957"/>
              <a:gd name="connsiteX1" fmla="*/ 0 w 927100"/>
              <a:gd name="connsiteY1" fmla="*/ 0 h 338957"/>
              <a:gd name="connsiteX0" fmla="*/ 831850 w 831850"/>
              <a:gd name="connsiteY0" fmla="*/ 338957 h 338957"/>
              <a:gd name="connsiteX1" fmla="*/ 0 w 831850"/>
              <a:gd name="connsiteY1" fmla="*/ 0 h 338957"/>
              <a:gd name="connsiteX0" fmla="*/ 160338 w 160338"/>
              <a:gd name="connsiteY0" fmla="*/ 0 h 221860"/>
              <a:gd name="connsiteX1" fmla="*/ 0 w 160338"/>
              <a:gd name="connsiteY1" fmla="*/ 221860 h 221860"/>
              <a:gd name="connsiteX0" fmla="*/ 163870 w 163870"/>
              <a:gd name="connsiteY0" fmla="*/ 0 h 207780"/>
              <a:gd name="connsiteX1" fmla="*/ 0 w 163870"/>
              <a:gd name="connsiteY1" fmla="*/ 207780 h 207780"/>
              <a:gd name="connsiteX0" fmla="*/ 60946 w 60946"/>
              <a:gd name="connsiteY0" fmla="*/ 572231 h 577020"/>
              <a:gd name="connsiteX1" fmla="*/ 0 w 60946"/>
              <a:gd name="connsiteY1" fmla="*/ 4790 h 577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0946" h="577020">
                <a:moveTo>
                  <a:pt x="60946" y="572231"/>
                </a:moveTo>
                <a:cubicBezTo>
                  <a:pt x="6323" y="641491"/>
                  <a:pt x="54623" y="-64470"/>
                  <a:pt x="0" y="4790"/>
                </a:cubicBezTo>
              </a:path>
            </a:pathLst>
          </a:custGeom>
          <a:noFill/>
          <a:ln w="412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553375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8D1452A-4B07-CC35-B5F6-BDB82FEB19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1612" y="823912"/>
            <a:ext cx="6200775" cy="3495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776476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7152C83-8CC1-56D9-DC94-38060BA67E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52280"/>
            <a:ext cx="9144000" cy="3638939"/>
          </a:xfrm>
          <a:prstGeom prst="rect">
            <a:avLst/>
          </a:prstGeom>
        </p:spPr>
      </p:pic>
      <p:sp>
        <p:nvSpPr>
          <p:cNvPr id="2" name="Callout: Bent Line 1">
            <a:extLst>
              <a:ext uri="{FF2B5EF4-FFF2-40B4-BE49-F238E27FC236}">
                <a16:creationId xmlns:a16="http://schemas.microsoft.com/office/drawing/2014/main" id="{5B80622A-A980-268C-D745-2A259495A1CF}"/>
              </a:ext>
            </a:extLst>
          </p:cNvPr>
          <p:cNvSpPr/>
          <p:nvPr/>
        </p:nvSpPr>
        <p:spPr>
          <a:xfrm>
            <a:off x="1387552" y="1256371"/>
            <a:ext cx="1217930" cy="792045"/>
          </a:xfrm>
          <a:prstGeom prst="borderCallout2">
            <a:avLst>
              <a:gd name="adj1" fmla="val 49185"/>
              <a:gd name="adj2" fmla="val 103178"/>
              <a:gd name="adj3" fmla="val 49466"/>
              <a:gd name="adj4" fmla="val 114988"/>
              <a:gd name="adj5" fmla="val 172517"/>
              <a:gd name="adj6" fmla="val 138529"/>
            </a:avLst>
          </a:prstGeom>
          <a:solidFill>
            <a:schemeClr val="bg1"/>
          </a:solidFill>
          <a:ln w="31750"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2"/>
                </a:solidFill>
              </a:rPr>
              <a:t>Designated LT lanes at most intersections (CRF = 50%)</a:t>
            </a:r>
          </a:p>
        </p:txBody>
      </p:sp>
      <p:sp>
        <p:nvSpPr>
          <p:cNvPr id="3" name="Callout: Bent Line 2">
            <a:extLst>
              <a:ext uri="{FF2B5EF4-FFF2-40B4-BE49-F238E27FC236}">
                <a16:creationId xmlns:a16="http://schemas.microsoft.com/office/drawing/2014/main" id="{1C84EE19-4447-4CD8-28C0-65FA019A9FEB}"/>
              </a:ext>
            </a:extLst>
          </p:cNvPr>
          <p:cNvSpPr/>
          <p:nvPr/>
        </p:nvSpPr>
        <p:spPr>
          <a:xfrm>
            <a:off x="3657600" y="1066800"/>
            <a:ext cx="1449473" cy="792045"/>
          </a:xfrm>
          <a:prstGeom prst="borderCallout2">
            <a:avLst>
              <a:gd name="adj1" fmla="val 49185"/>
              <a:gd name="adj2" fmla="val 103178"/>
              <a:gd name="adj3" fmla="val 49466"/>
              <a:gd name="adj4" fmla="val 114988"/>
              <a:gd name="adj5" fmla="val 194105"/>
              <a:gd name="adj6" fmla="val 75659"/>
            </a:avLst>
          </a:prstGeom>
          <a:solidFill>
            <a:schemeClr val="bg1"/>
          </a:solidFill>
          <a:ln w="31750"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2"/>
                </a:solidFill>
              </a:rPr>
              <a:t>Intersection medians to provide ped refuge and narrow intersection</a:t>
            </a:r>
          </a:p>
        </p:txBody>
      </p:sp>
    </p:spTree>
    <p:extLst>
      <p:ext uri="{BB962C8B-B14F-4D97-AF65-F5344CB8AC3E}">
        <p14:creationId xmlns:p14="http://schemas.microsoft.com/office/powerpoint/2010/main" val="290083299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03989BD-C485-1595-7A7C-8EC32699B6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94123"/>
            <a:ext cx="9144000" cy="3755254"/>
          </a:xfrm>
          <a:prstGeom prst="rect">
            <a:avLst/>
          </a:prstGeom>
        </p:spPr>
      </p:pic>
      <p:sp>
        <p:nvSpPr>
          <p:cNvPr id="2" name="Callout: Bent Line 1">
            <a:extLst>
              <a:ext uri="{FF2B5EF4-FFF2-40B4-BE49-F238E27FC236}">
                <a16:creationId xmlns:a16="http://schemas.microsoft.com/office/drawing/2014/main" id="{363791D4-9479-F69B-F91F-E721CC4CC73C}"/>
              </a:ext>
            </a:extLst>
          </p:cNvPr>
          <p:cNvSpPr/>
          <p:nvPr/>
        </p:nvSpPr>
        <p:spPr>
          <a:xfrm>
            <a:off x="3266657" y="773152"/>
            <a:ext cx="1632445" cy="765716"/>
          </a:xfrm>
          <a:prstGeom prst="borderCallout2">
            <a:avLst>
              <a:gd name="adj1" fmla="val 51243"/>
              <a:gd name="adj2" fmla="val -4136"/>
              <a:gd name="adj3" fmla="val 49466"/>
              <a:gd name="adj4" fmla="val -16307"/>
              <a:gd name="adj5" fmla="val 222736"/>
              <a:gd name="adj6" fmla="val -29341"/>
            </a:avLst>
          </a:prstGeom>
          <a:solidFill>
            <a:schemeClr val="bg1"/>
          </a:solidFill>
          <a:ln w="34925"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2"/>
                </a:solidFill>
              </a:rPr>
              <a:t>Physically restrict left-turns at Corona</a:t>
            </a:r>
          </a:p>
        </p:txBody>
      </p:sp>
      <p:sp>
        <p:nvSpPr>
          <p:cNvPr id="4" name="Callout: Bent Line 3">
            <a:extLst>
              <a:ext uri="{FF2B5EF4-FFF2-40B4-BE49-F238E27FC236}">
                <a16:creationId xmlns:a16="http://schemas.microsoft.com/office/drawing/2014/main" id="{26C2C5E1-D16E-9BD9-5075-8FEE2163612F}"/>
              </a:ext>
            </a:extLst>
          </p:cNvPr>
          <p:cNvSpPr/>
          <p:nvPr/>
        </p:nvSpPr>
        <p:spPr>
          <a:xfrm>
            <a:off x="7313155" y="773151"/>
            <a:ext cx="1830845" cy="1092355"/>
          </a:xfrm>
          <a:prstGeom prst="borderCallout2">
            <a:avLst>
              <a:gd name="adj1" fmla="val 51243"/>
              <a:gd name="adj2" fmla="val -4136"/>
              <a:gd name="adj3" fmla="val 49466"/>
              <a:gd name="adj4" fmla="val -16307"/>
              <a:gd name="adj5" fmla="val 160399"/>
              <a:gd name="adj6" fmla="val -54138"/>
            </a:avLst>
          </a:prstGeom>
          <a:solidFill>
            <a:schemeClr val="bg1"/>
          </a:solidFill>
          <a:ln w="41275"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2"/>
                </a:solidFill>
              </a:rPr>
              <a:t>Introduce intersection medians and </a:t>
            </a:r>
            <a:r>
              <a:rPr lang="en-US" sz="1400" b="1" dirty="0" err="1">
                <a:solidFill>
                  <a:schemeClr val="tx2"/>
                </a:solidFill>
              </a:rPr>
              <a:t>bulbouts</a:t>
            </a:r>
            <a:r>
              <a:rPr lang="en-US" sz="1400" b="1" dirty="0">
                <a:solidFill>
                  <a:schemeClr val="tx2"/>
                </a:solidFill>
              </a:rPr>
              <a:t>  at Downing and mid-block locations (CRF = 25%)</a:t>
            </a:r>
          </a:p>
        </p:txBody>
      </p:sp>
    </p:spTree>
    <p:extLst>
      <p:ext uri="{BB962C8B-B14F-4D97-AF65-F5344CB8AC3E}">
        <p14:creationId xmlns:p14="http://schemas.microsoft.com/office/powerpoint/2010/main" val="299903271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F9A121D-0CAB-6CA4-2F9B-9612913386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44950"/>
            <a:ext cx="9144000" cy="3253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698308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C253B93-D951-70C1-A05F-977D2B4887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2575" y="538162"/>
            <a:ext cx="6038850" cy="4067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032538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12833CE4-C624-4EC1-A0CA-CB402101316D}"/>
              </a:ext>
            </a:extLst>
          </p:cNvPr>
          <p:cNvSpPr txBox="1">
            <a:spLocks/>
          </p:cNvSpPr>
          <p:nvPr/>
        </p:nvSpPr>
        <p:spPr>
          <a:xfrm>
            <a:off x="278606" y="309156"/>
            <a:ext cx="9144000" cy="8820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800" kern="1200" baseline="0">
                <a:solidFill>
                  <a:srgbClr val="D9531E"/>
                </a:solidFill>
                <a:latin typeface="Franklin Gothic Book"/>
                <a:ea typeface="+mj-ea"/>
                <a:cs typeface="+mj-cs"/>
              </a:defRPr>
            </a:lvl1pPr>
          </a:lstStyle>
          <a:p>
            <a:r>
              <a:rPr lang="en-US" sz="2800" dirty="0">
                <a:solidFill>
                  <a:schemeClr val="accent1"/>
                </a:solidFill>
                <a:latin typeface="Franklin Gothic Book" panose="020B0503020102020204" pitchFamily="34" charset="0"/>
              </a:rPr>
              <a:t>Conceptual Costs*</a:t>
            </a:r>
            <a:endParaRPr lang="en-US" sz="2800" dirty="0">
              <a:solidFill>
                <a:schemeClr val="accent3">
                  <a:lumMod val="60000"/>
                  <a:lumOff val="40000"/>
                </a:schemeClr>
              </a:solidFill>
              <a:latin typeface="Franklin Gothic Book" panose="020B0503020102020204" pitchFamily="34" charset="0"/>
            </a:endParaRPr>
          </a:p>
        </p:txBody>
      </p:sp>
      <p:sp>
        <p:nvSpPr>
          <p:cNvPr id="59" name="Content Placeholder 2">
            <a:extLst>
              <a:ext uri="{FF2B5EF4-FFF2-40B4-BE49-F238E27FC236}">
                <a16:creationId xmlns:a16="http://schemas.microsoft.com/office/drawing/2014/main" id="{1699CB0E-08F1-462E-B987-68AD3A888F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6054" y="1069672"/>
            <a:ext cx="8364282" cy="3189001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2">
                    <a:lumMod val="10000"/>
                  </a:schemeClr>
                </a:solidFill>
                <a:latin typeface="Franklin Gothic Book" panose="020B0503020102020204" pitchFamily="34" charset="0"/>
              </a:rPr>
              <a:t>Option 1: $250k for Franklin to Pearl, paint/post treatments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2">
                    <a:lumMod val="10000"/>
                  </a:schemeClr>
                </a:solidFill>
                <a:latin typeface="Franklin Gothic Book" panose="020B0503020102020204" pitchFamily="34" charset="0"/>
              </a:rPr>
              <a:t>These extents include 4 bike facilities on Pearl, Washington, Emerson, and Marion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2">
                    <a:lumMod val="10000"/>
                  </a:schemeClr>
                </a:solidFill>
                <a:latin typeface="Franklin Gothic Book" panose="020B0503020102020204" pitchFamily="34" charset="0"/>
              </a:rPr>
              <a:t>Additionally this encompasses bus stops at Emerson and Marion</a:t>
            </a:r>
          </a:p>
          <a:p>
            <a:pPr>
              <a:spcAft>
                <a:spcPts val="1200"/>
              </a:spcAft>
            </a:pPr>
            <a:endParaRPr lang="en-US" sz="1600" dirty="0">
              <a:solidFill>
                <a:schemeClr val="bg2">
                  <a:lumMod val="10000"/>
                </a:schemeClr>
              </a:solidFill>
              <a:latin typeface="Franklin Gothic Book" panose="020B0503020102020204" pitchFamily="34" charset="0"/>
            </a:endParaRP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2">
                    <a:lumMod val="10000"/>
                  </a:schemeClr>
                </a:solidFill>
                <a:latin typeface="Franklin Gothic Book" panose="020B0503020102020204" pitchFamily="34" charset="0"/>
              </a:rPr>
              <a:t>Option 2 :$460k for Franklin to Lincoln, paint/post treatments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2">
                    <a:lumMod val="10000"/>
                  </a:schemeClr>
                </a:solidFill>
                <a:latin typeface="Franklin Gothic Book" panose="020B0503020102020204" pitchFamily="34" charset="0"/>
              </a:rPr>
              <a:t>Treatments include rubberized curbs/post ¾ access control and hardened centerlines at Grant and Pennsylvania (these treatments are costly)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2">
                    <a:lumMod val="10000"/>
                  </a:schemeClr>
                </a:solidFill>
                <a:latin typeface="Franklin Gothic Book" panose="020B0503020102020204" pitchFamily="34" charset="0"/>
              </a:rPr>
              <a:t>Additionally this encompasses the bus stops between Pennsylvania and Pearl</a:t>
            </a:r>
          </a:p>
          <a:p>
            <a:pPr lvl="1">
              <a:spcAft>
                <a:spcPts val="1200"/>
              </a:spcAft>
            </a:pPr>
            <a:endParaRPr lang="en-US" sz="2000" dirty="0">
              <a:solidFill>
                <a:schemeClr val="bg2">
                  <a:lumMod val="10000"/>
                </a:schemeClr>
              </a:solidFill>
              <a:latin typeface="Franklin Gothic Book" panose="020B0503020102020204" pitchFamily="34" charset="0"/>
            </a:endParaRPr>
          </a:p>
          <a:p>
            <a:pPr lvl="1">
              <a:spcAft>
                <a:spcPts val="1200"/>
              </a:spcAft>
            </a:pPr>
            <a:endParaRPr lang="en-US" sz="2000" dirty="0">
              <a:solidFill>
                <a:schemeClr val="bg2">
                  <a:lumMod val="10000"/>
                </a:schemeClr>
              </a:solidFill>
              <a:latin typeface="Franklin Gothic Book" panose="020B0503020102020204" pitchFamily="34" charset="0"/>
            </a:endParaRPr>
          </a:p>
          <a:p>
            <a:pPr lvl="3">
              <a:spcAft>
                <a:spcPts val="1200"/>
              </a:spcAft>
            </a:pPr>
            <a:endParaRPr lang="en-US" sz="2000" b="1" dirty="0">
              <a:solidFill>
                <a:schemeClr val="bg2">
                  <a:lumMod val="10000"/>
                </a:schemeClr>
              </a:solidFill>
              <a:latin typeface="Franklin Gothic Book" panose="020B0503020102020204" pitchFamily="34" charset="0"/>
            </a:endParaRPr>
          </a:p>
          <a:p>
            <a:pPr lvl="3">
              <a:spcAft>
                <a:spcPts val="1200"/>
              </a:spcAft>
            </a:pPr>
            <a:endParaRPr lang="en-US" sz="2000" b="1" dirty="0">
              <a:solidFill>
                <a:schemeClr val="bg2">
                  <a:lumMod val="10000"/>
                </a:schemeClr>
              </a:solidFill>
              <a:latin typeface="Franklin Gothic Book" panose="020B05030201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844241B-594E-4B21-B988-8949C60A4515}"/>
              </a:ext>
            </a:extLst>
          </p:cNvPr>
          <p:cNvSpPr txBox="1"/>
          <p:nvPr/>
        </p:nvSpPr>
        <p:spPr>
          <a:xfrm>
            <a:off x="825500" y="4073828"/>
            <a:ext cx="83185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>
                    <a:lumMod val="50000"/>
                  </a:schemeClr>
                </a:solidFill>
              </a:rPr>
              <a:t>*</a:t>
            </a:r>
            <a:r>
              <a:rPr lang="en-US" sz="1100" dirty="0">
                <a:solidFill>
                  <a:schemeClr val="bg1">
                    <a:lumMod val="50000"/>
                  </a:schemeClr>
                </a:solidFill>
                <a:latin typeface="Franklin Gothic Book" panose="020B0503020102020204" pitchFamily="34" charset="0"/>
              </a:rPr>
              <a:t>Both cost estimates account for a 30% contingency fee on construction materials</a:t>
            </a:r>
            <a:endParaRPr lang="en-US" sz="11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886534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58B6C1B-C8D9-4BF9-BB40-FDC9E2E0D3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1" y="594886"/>
            <a:ext cx="7135948" cy="4548613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8D3DEFF7-ED1A-41E3-A9CB-5C42EB1134F1}"/>
              </a:ext>
            </a:extLst>
          </p:cNvPr>
          <p:cNvSpPr txBox="1">
            <a:spLocks/>
          </p:cNvSpPr>
          <p:nvPr/>
        </p:nvSpPr>
        <p:spPr>
          <a:xfrm>
            <a:off x="278606" y="27216"/>
            <a:ext cx="9144000" cy="8820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800" kern="1200" baseline="0">
                <a:solidFill>
                  <a:srgbClr val="D9531E"/>
                </a:solidFill>
                <a:latin typeface="Franklin Gothic Book"/>
                <a:ea typeface="+mj-ea"/>
                <a:cs typeface="+mj-cs"/>
              </a:defRPr>
            </a:lvl1pPr>
          </a:lstStyle>
          <a:p>
            <a:r>
              <a:rPr lang="en-US" sz="2800" dirty="0">
                <a:solidFill>
                  <a:schemeClr val="accent1"/>
                </a:solidFill>
                <a:latin typeface="Franklin Gothic Book" panose="020B0503020102020204" pitchFamily="34" charset="0"/>
              </a:rPr>
              <a:t>Cost Considerations</a:t>
            </a:r>
            <a:endParaRPr lang="en-US" sz="2800" dirty="0">
              <a:solidFill>
                <a:schemeClr val="accent3">
                  <a:lumMod val="60000"/>
                  <a:lumOff val="40000"/>
                </a:schemeClr>
              </a:solidFill>
              <a:latin typeface="Franklin Gothic Book" panose="020B0503020102020204" pitchFamily="34" charset="0"/>
            </a:endParaRPr>
          </a:p>
        </p:txBody>
      </p:sp>
      <p:sp>
        <p:nvSpPr>
          <p:cNvPr id="2" name="Callout: Bent Line 1">
            <a:extLst>
              <a:ext uri="{FF2B5EF4-FFF2-40B4-BE49-F238E27FC236}">
                <a16:creationId xmlns:a16="http://schemas.microsoft.com/office/drawing/2014/main" id="{F4D25634-4A41-44BF-95C4-3A54C4D306F2}"/>
              </a:ext>
            </a:extLst>
          </p:cNvPr>
          <p:cNvSpPr/>
          <p:nvPr/>
        </p:nvSpPr>
        <p:spPr>
          <a:xfrm>
            <a:off x="5632450" y="594886"/>
            <a:ext cx="1217930" cy="412750"/>
          </a:xfrm>
          <a:prstGeom prst="borderCallout2">
            <a:avLst>
              <a:gd name="adj1" fmla="val 49185"/>
              <a:gd name="adj2" fmla="val 103178"/>
              <a:gd name="adj3" fmla="val 49466"/>
              <a:gd name="adj4" fmla="val 114988"/>
              <a:gd name="adj5" fmla="val 152628"/>
              <a:gd name="adj6" fmla="val 136087"/>
            </a:avLst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>
                <a:solidFill>
                  <a:schemeClr val="tx2"/>
                </a:solidFill>
              </a:rPr>
              <a:t>Designated LT lanes at most intersections (CRF = 50%)</a:t>
            </a:r>
          </a:p>
        </p:txBody>
      </p:sp>
      <p:sp>
        <p:nvSpPr>
          <p:cNvPr id="5" name="Callout: Bent Line 4">
            <a:extLst>
              <a:ext uri="{FF2B5EF4-FFF2-40B4-BE49-F238E27FC236}">
                <a16:creationId xmlns:a16="http://schemas.microsoft.com/office/drawing/2014/main" id="{A84A5594-5BF4-4308-9F31-F121CCAA2F82}"/>
              </a:ext>
            </a:extLst>
          </p:cNvPr>
          <p:cNvSpPr/>
          <p:nvPr/>
        </p:nvSpPr>
        <p:spPr>
          <a:xfrm>
            <a:off x="754381" y="2263140"/>
            <a:ext cx="1059180" cy="308610"/>
          </a:xfrm>
          <a:prstGeom prst="borderCallout2">
            <a:avLst>
              <a:gd name="adj1" fmla="val 49185"/>
              <a:gd name="adj2" fmla="val 103178"/>
              <a:gd name="adj3" fmla="val 49466"/>
              <a:gd name="adj4" fmla="val 114988"/>
              <a:gd name="adj5" fmla="val 223397"/>
              <a:gd name="adj6" fmla="val 120239"/>
            </a:avLst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>
                <a:solidFill>
                  <a:schemeClr val="tx2"/>
                </a:solidFill>
              </a:rPr>
              <a:t>Widen to 11’ (standard) lanes</a:t>
            </a:r>
          </a:p>
        </p:txBody>
      </p:sp>
      <p:sp>
        <p:nvSpPr>
          <p:cNvPr id="6" name="Callout: Bent Line 5">
            <a:extLst>
              <a:ext uri="{FF2B5EF4-FFF2-40B4-BE49-F238E27FC236}">
                <a16:creationId xmlns:a16="http://schemas.microsoft.com/office/drawing/2014/main" id="{8288FF0E-BC39-4482-8F4F-C06FA7A97A9E}"/>
              </a:ext>
            </a:extLst>
          </p:cNvPr>
          <p:cNvSpPr/>
          <p:nvPr/>
        </p:nvSpPr>
        <p:spPr>
          <a:xfrm>
            <a:off x="3326130" y="2263140"/>
            <a:ext cx="1176019" cy="308610"/>
          </a:xfrm>
          <a:prstGeom prst="borderCallout2">
            <a:avLst>
              <a:gd name="adj1" fmla="val 51243"/>
              <a:gd name="adj2" fmla="val -4136"/>
              <a:gd name="adj3" fmla="val 49466"/>
              <a:gd name="adj4" fmla="val -16307"/>
              <a:gd name="adj5" fmla="val 204878"/>
              <a:gd name="adj6" fmla="val -8058"/>
            </a:avLst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>
                <a:solidFill>
                  <a:schemeClr val="tx2"/>
                </a:solidFill>
              </a:rPr>
              <a:t>Physically restrict left-turns at Corona</a:t>
            </a:r>
          </a:p>
        </p:txBody>
      </p:sp>
      <p:sp>
        <p:nvSpPr>
          <p:cNvPr id="7" name="Callout: Bent Line 6">
            <a:extLst>
              <a:ext uri="{FF2B5EF4-FFF2-40B4-BE49-F238E27FC236}">
                <a16:creationId xmlns:a16="http://schemas.microsoft.com/office/drawing/2014/main" id="{BD410A44-DEEB-413F-8C4C-FF0FD72692AF}"/>
              </a:ext>
            </a:extLst>
          </p:cNvPr>
          <p:cNvSpPr/>
          <p:nvPr/>
        </p:nvSpPr>
        <p:spPr>
          <a:xfrm>
            <a:off x="4792980" y="2263140"/>
            <a:ext cx="1620520" cy="530860"/>
          </a:xfrm>
          <a:prstGeom prst="borderCallout2">
            <a:avLst>
              <a:gd name="adj1" fmla="val 51243"/>
              <a:gd name="adj2" fmla="val -4136"/>
              <a:gd name="adj3" fmla="val 49466"/>
              <a:gd name="adj4" fmla="val -16307"/>
              <a:gd name="adj5" fmla="val 106843"/>
              <a:gd name="adj6" fmla="val -42813"/>
            </a:avLst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>
                <a:solidFill>
                  <a:schemeClr val="tx2"/>
                </a:solidFill>
              </a:rPr>
              <a:t>Introduce intersection medians or </a:t>
            </a:r>
            <a:r>
              <a:rPr lang="en-US" sz="900" b="1" dirty="0" err="1">
                <a:solidFill>
                  <a:schemeClr val="tx2"/>
                </a:solidFill>
              </a:rPr>
              <a:t>bulbouts</a:t>
            </a:r>
            <a:r>
              <a:rPr lang="en-US" sz="900" b="1" dirty="0">
                <a:solidFill>
                  <a:schemeClr val="tx2"/>
                </a:solidFill>
              </a:rPr>
              <a:t>  at Downing and mid-block locations (CRF = 25%)</a:t>
            </a:r>
          </a:p>
        </p:txBody>
      </p:sp>
      <p:sp>
        <p:nvSpPr>
          <p:cNvPr id="8" name="Callout: Bent Line 7">
            <a:extLst>
              <a:ext uri="{FF2B5EF4-FFF2-40B4-BE49-F238E27FC236}">
                <a16:creationId xmlns:a16="http://schemas.microsoft.com/office/drawing/2014/main" id="{0C0C400A-4A51-4096-948C-848306701CBB}"/>
              </a:ext>
            </a:extLst>
          </p:cNvPr>
          <p:cNvSpPr/>
          <p:nvPr/>
        </p:nvSpPr>
        <p:spPr>
          <a:xfrm>
            <a:off x="3352801" y="749191"/>
            <a:ext cx="1306829" cy="412750"/>
          </a:xfrm>
          <a:prstGeom prst="borderCallout2">
            <a:avLst>
              <a:gd name="adj1" fmla="val 49185"/>
              <a:gd name="adj2" fmla="val 103178"/>
              <a:gd name="adj3" fmla="val 49466"/>
              <a:gd name="adj4" fmla="val 114988"/>
              <a:gd name="adj5" fmla="val 119053"/>
              <a:gd name="adj6" fmla="val 118151"/>
            </a:avLst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>
                <a:solidFill>
                  <a:schemeClr val="tx2"/>
                </a:solidFill>
              </a:rPr>
              <a:t>Access control at some unsignalized INTs </a:t>
            </a:r>
          </a:p>
          <a:p>
            <a:pPr algn="ctr"/>
            <a:r>
              <a:rPr lang="en-US" sz="900" b="1" dirty="0">
                <a:solidFill>
                  <a:schemeClr val="tx2"/>
                </a:solidFill>
              </a:rPr>
              <a:t>(SBI CRF = 24%)</a:t>
            </a: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41782C05-BE02-47D5-80BE-002267102CBD}"/>
              </a:ext>
            </a:extLst>
          </p:cNvPr>
          <p:cNvSpPr/>
          <p:nvPr/>
        </p:nvSpPr>
        <p:spPr>
          <a:xfrm>
            <a:off x="3192463" y="963077"/>
            <a:ext cx="160338" cy="186521"/>
          </a:xfrm>
          <a:custGeom>
            <a:avLst/>
            <a:gdLst>
              <a:gd name="connsiteX0" fmla="*/ 0 w 146050"/>
              <a:gd name="connsiteY0" fmla="*/ 330200 h 330200"/>
              <a:gd name="connsiteX1" fmla="*/ 44450 w 146050"/>
              <a:gd name="connsiteY1" fmla="*/ 0 h 330200"/>
              <a:gd name="connsiteX2" fmla="*/ 146050 w 146050"/>
              <a:gd name="connsiteY2" fmla="*/ 6350 h 330200"/>
              <a:gd name="connsiteX0" fmla="*/ 844550 w 990600"/>
              <a:gd name="connsiteY0" fmla="*/ 352859 h 352859"/>
              <a:gd name="connsiteX1" fmla="*/ 0 w 990600"/>
              <a:gd name="connsiteY1" fmla="*/ 0 h 352859"/>
              <a:gd name="connsiteX2" fmla="*/ 990600 w 990600"/>
              <a:gd name="connsiteY2" fmla="*/ 29009 h 352859"/>
              <a:gd name="connsiteX0" fmla="*/ 932106 w 932106"/>
              <a:gd name="connsiteY0" fmla="*/ 352859 h 352859"/>
              <a:gd name="connsiteX1" fmla="*/ 87556 w 932106"/>
              <a:gd name="connsiteY1" fmla="*/ 0 h 352859"/>
              <a:gd name="connsiteX2" fmla="*/ 5006 w 932106"/>
              <a:gd name="connsiteY2" fmla="*/ 13902 h 352859"/>
              <a:gd name="connsiteX0" fmla="*/ 927100 w 927100"/>
              <a:gd name="connsiteY0" fmla="*/ 338957 h 338957"/>
              <a:gd name="connsiteX1" fmla="*/ 0 w 927100"/>
              <a:gd name="connsiteY1" fmla="*/ 0 h 338957"/>
              <a:gd name="connsiteX0" fmla="*/ 831850 w 831850"/>
              <a:gd name="connsiteY0" fmla="*/ 338957 h 338957"/>
              <a:gd name="connsiteX1" fmla="*/ 0 w 831850"/>
              <a:gd name="connsiteY1" fmla="*/ 0 h 338957"/>
              <a:gd name="connsiteX0" fmla="*/ 160338 w 160338"/>
              <a:gd name="connsiteY0" fmla="*/ 0 h 221860"/>
              <a:gd name="connsiteX1" fmla="*/ 0 w 160338"/>
              <a:gd name="connsiteY1" fmla="*/ 221860 h 2218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60338" h="221860">
                <a:moveTo>
                  <a:pt x="160338" y="0"/>
                </a:moveTo>
                <a:lnTo>
                  <a:pt x="0" y="221860"/>
                </a:lnTo>
              </a:path>
            </a:pathLst>
          </a:custGeom>
          <a:noFill/>
          <a:ln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B0AC023-D2F1-43FB-A978-BA0B141745C3}"/>
              </a:ext>
            </a:extLst>
          </p:cNvPr>
          <p:cNvCxnSpPr/>
          <p:nvPr/>
        </p:nvCxnSpPr>
        <p:spPr>
          <a:xfrm flipV="1">
            <a:off x="6604000" y="812800"/>
            <a:ext cx="425450" cy="43815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allout: Bent Line 11">
            <a:extLst>
              <a:ext uri="{FF2B5EF4-FFF2-40B4-BE49-F238E27FC236}">
                <a16:creationId xmlns:a16="http://schemas.microsoft.com/office/drawing/2014/main" id="{EDA77FCD-151E-4AFF-B9D4-66A65552D33D}"/>
              </a:ext>
            </a:extLst>
          </p:cNvPr>
          <p:cNvSpPr/>
          <p:nvPr/>
        </p:nvSpPr>
        <p:spPr>
          <a:xfrm>
            <a:off x="3288348" y="1610018"/>
            <a:ext cx="1176019" cy="308610"/>
          </a:xfrm>
          <a:prstGeom prst="borderCallout2">
            <a:avLst>
              <a:gd name="adj1" fmla="val 49185"/>
              <a:gd name="adj2" fmla="val 103178"/>
              <a:gd name="adj3" fmla="val 49466"/>
              <a:gd name="adj4" fmla="val 114988"/>
              <a:gd name="adj5" fmla="val -79466"/>
              <a:gd name="adj6" fmla="val 134187"/>
            </a:avLst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>
                <a:solidFill>
                  <a:schemeClr val="tx2"/>
                </a:solidFill>
              </a:rPr>
              <a:t>Re-introducing LT lanes on Alameda</a:t>
            </a: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CD391DE-1181-4C0F-BE83-A085D855072C}"/>
              </a:ext>
            </a:extLst>
          </p:cNvPr>
          <p:cNvSpPr/>
          <p:nvPr/>
        </p:nvSpPr>
        <p:spPr>
          <a:xfrm>
            <a:off x="4638200" y="1371600"/>
            <a:ext cx="994249" cy="386555"/>
          </a:xfrm>
          <a:custGeom>
            <a:avLst/>
            <a:gdLst>
              <a:gd name="connsiteX0" fmla="*/ 0 w 146050"/>
              <a:gd name="connsiteY0" fmla="*/ 330200 h 330200"/>
              <a:gd name="connsiteX1" fmla="*/ 44450 w 146050"/>
              <a:gd name="connsiteY1" fmla="*/ 0 h 330200"/>
              <a:gd name="connsiteX2" fmla="*/ 146050 w 146050"/>
              <a:gd name="connsiteY2" fmla="*/ 6350 h 330200"/>
              <a:gd name="connsiteX0" fmla="*/ 844550 w 990600"/>
              <a:gd name="connsiteY0" fmla="*/ 352859 h 352859"/>
              <a:gd name="connsiteX1" fmla="*/ 0 w 990600"/>
              <a:gd name="connsiteY1" fmla="*/ 0 h 352859"/>
              <a:gd name="connsiteX2" fmla="*/ 990600 w 990600"/>
              <a:gd name="connsiteY2" fmla="*/ 29009 h 352859"/>
              <a:gd name="connsiteX0" fmla="*/ 932106 w 932106"/>
              <a:gd name="connsiteY0" fmla="*/ 352859 h 352859"/>
              <a:gd name="connsiteX1" fmla="*/ 87556 w 932106"/>
              <a:gd name="connsiteY1" fmla="*/ 0 h 352859"/>
              <a:gd name="connsiteX2" fmla="*/ 5006 w 932106"/>
              <a:gd name="connsiteY2" fmla="*/ 13902 h 352859"/>
              <a:gd name="connsiteX0" fmla="*/ 927100 w 927100"/>
              <a:gd name="connsiteY0" fmla="*/ 338957 h 338957"/>
              <a:gd name="connsiteX1" fmla="*/ 0 w 927100"/>
              <a:gd name="connsiteY1" fmla="*/ 0 h 338957"/>
              <a:gd name="connsiteX0" fmla="*/ 831850 w 831850"/>
              <a:gd name="connsiteY0" fmla="*/ 338957 h 338957"/>
              <a:gd name="connsiteX1" fmla="*/ 0 w 831850"/>
              <a:gd name="connsiteY1" fmla="*/ 0 h 338957"/>
              <a:gd name="connsiteX0" fmla="*/ 160338 w 160338"/>
              <a:gd name="connsiteY0" fmla="*/ 0 h 221860"/>
              <a:gd name="connsiteX1" fmla="*/ 0 w 160338"/>
              <a:gd name="connsiteY1" fmla="*/ 221860 h 221860"/>
              <a:gd name="connsiteX0" fmla="*/ 163870 w 163870"/>
              <a:gd name="connsiteY0" fmla="*/ 0 h 207780"/>
              <a:gd name="connsiteX1" fmla="*/ 0 w 163870"/>
              <a:gd name="connsiteY1" fmla="*/ 207780 h 2077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63870" h="207780">
                <a:moveTo>
                  <a:pt x="163870" y="0"/>
                </a:moveTo>
                <a:lnTo>
                  <a:pt x="0" y="207780"/>
                </a:lnTo>
              </a:path>
            </a:pathLst>
          </a:custGeom>
          <a:noFill/>
          <a:ln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A46B272-603F-FB99-72AD-757844A0E6EC}"/>
              </a:ext>
            </a:extLst>
          </p:cNvPr>
          <p:cNvSpPr/>
          <p:nvPr/>
        </p:nvSpPr>
        <p:spPr>
          <a:xfrm>
            <a:off x="754381" y="594886"/>
            <a:ext cx="7066341" cy="4548614"/>
          </a:xfrm>
          <a:prstGeom prst="rect">
            <a:avLst/>
          </a:prstGeom>
          <a:solidFill>
            <a:schemeClr val="bg1">
              <a:alpha val="47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C0CFE4B-982B-441C-94DE-18EC0B1B9DB4}"/>
              </a:ext>
            </a:extLst>
          </p:cNvPr>
          <p:cNvSpPr/>
          <p:nvPr/>
        </p:nvSpPr>
        <p:spPr>
          <a:xfrm>
            <a:off x="5531005" y="1149598"/>
            <a:ext cx="2029522" cy="311011"/>
          </a:xfrm>
          <a:prstGeom prst="rect">
            <a:avLst/>
          </a:prstGeom>
          <a:noFill/>
          <a:ln w="41275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80B2BB9-B709-76AE-0F3D-AFC0D7ABC045}"/>
              </a:ext>
            </a:extLst>
          </p:cNvPr>
          <p:cNvSpPr/>
          <p:nvPr/>
        </p:nvSpPr>
        <p:spPr>
          <a:xfrm>
            <a:off x="1077951" y="2792544"/>
            <a:ext cx="6482576" cy="311011"/>
          </a:xfrm>
          <a:prstGeom prst="rect">
            <a:avLst/>
          </a:prstGeom>
          <a:noFill/>
          <a:ln w="41275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FB9F282-EEF5-4264-DCA9-B7D098AFE781}"/>
              </a:ext>
            </a:extLst>
          </p:cNvPr>
          <p:cNvSpPr/>
          <p:nvPr/>
        </p:nvSpPr>
        <p:spPr>
          <a:xfrm>
            <a:off x="1323278" y="1127141"/>
            <a:ext cx="4138120" cy="366970"/>
          </a:xfrm>
          <a:prstGeom prst="rect">
            <a:avLst/>
          </a:prstGeom>
          <a:noFill/>
          <a:ln w="41275">
            <a:solidFill>
              <a:srgbClr val="703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8C9BDE1-D88A-B7D3-838A-BC20BC8090A0}"/>
              </a:ext>
            </a:extLst>
          </p:cNvPr>
          <p:cNvSpPr txBox="1"/>
          <p:nvPr/>
        </p:nvSpPr>
        <p:spPr>
          <a:xfrm>
            <a:off x="6545766" y="2112711"/>
            <a:ext cx="1059180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Option 1 ($250k)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7289E51-5EE3-AD62-9DF7-954DAD8CE0C5}"/>
              </a:ext>
            </a:extLst>
          </p:cNvPr>
          <p:cNvSpPr txBox="1"/>
          <p:nvPr/>
        </p:nvSpPr>
        <p:spPr>
          <a:xfrm>
            <a:off x="1334429" y="1506412"/>
            <a:ext cx="1263805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Option 2 Ext ($460k)</a:t>
            </a:r>
          </a:p>
        </p:txBody>
      </p:sp>
    </p:spTree>
    <p:extLst>
      <p:ext uri="{BB962C8B-B14F-4D97-AF65-F5344CB8AC3E}">
        <p14:creationId xmlns:p14="http://schemas.microsoft.com/office/powerpoint/2010/main" val="63543280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12833CE4-C624-4EC1-A0CA-CB402101316D}"/>
              </a:ext>
            </a:extLst>
          </p:cNvPr>
          <p:cNvSpPr txBox="1">
            <a:spLocks/>
          </p:cNvSpPr>
          <p:nvPr/>
        </p:nvSpPr>
        <p:spPr>
          <a:xfrm>
            <a:off x="278606" y="309156"/>
            <a:ext cx="9144000" cy="8820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800" kern="1200" baseline="0">
                <a:solidFill>
                  <a:srgbClr val="D9531E"/>
                </a:solidFill>
                <a:latin typeface="Franklin Gothic Book"/>
                <a:ea typeface="+mj-ea"/>
                <a:cs typeface="+mj-cs"/>
              </a:defRPr>
            </a:lvl1pPr>
          </a:lstStyle>
          <a:p>
            <a:r>
              <a:rPr lang="en-US" sz="2800" dirty="0">
                <a:solidFill>
                  <a:schemeClr val="accent1"/>
                </a:solidFill>
                <a:latin typeface="Franklin Gothic Book" panose="020B0503020102020204" pitchFamily="34" charset="0"/>
              </a:rPr>
              <a:t>Phasing</a:t>
            </a:r>
            <a:endParaRPr lang="en-US" sz="2800" dirty="0">
              <a:solidFill>
                <a:schemeClr val="accent3">
                  <a:lumMod val="60000"/>
                  <a:lumOff val="40000"/>
                </a:schemeClr>
              </a:solidFill>
              <a:latin typeface="Franklin Gothic Book" panose="020B0503020102020204" pitchFamily="34" charset="0"/>
            </a:endParaRPr>
          </a:p>
        </p:txBody>
      </p:sp>
      <p:sp>
        <p:nvSpPr>
          <p:cNvPr id="59" name="Content Placeholder 2">
            <a:extLst>
              <a:ext uri="{FF2B5EF4-FFF2-40B4-BE49-F238E27FC236}">
                <a16:creationId xmlns:a16="http://schemas.microsoft.com/office/drawing/2014/main" id="{1699CB0E-08F1-462E-B987-68AD3A888F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6054" y="1069672"/>
            <a:ext cx="8364282" cy="3435421"/>
          </a:xfrm>
        </p:spPr>
        <p:txBody>
          <a:bodyPr vert="horz" lIns="91440" tIns="45720" rIns="91440" bIns="45720" rtlCol="0" anchor="t">
            <a:normAutofit fontScale="85000" lnSpcReduction="20000"/>
          </a:bodyPr>
          <a:lstStyle/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2">
                    <a:lumMod val="10000"/>
                  </a:schemeClr>
                </a:solidFill>
                <a:latin typeface="Franklin Gothic Book" panose="020B0503020102020204" pitchFamily="34" charset="0"/>
              </a:rPr>
              <a:t>Option 1: Currently $250k available in RISE bond funding</a:t>
            </a:r>
            <a:endParaRPr lang="en-US" sz="2000" b="1" dirty="0">
              <a:solidFill>
                <a:schemeClr val="bg2">
                  <a:lumMod val="10000"/>
                </a:schemeClr>
              </a:solidFill>
              <a:latin typeface="Franklin Gothic Book" panose="020B0503020102020204" pitchFamily="34" charset="0"/>
            </a:endParaRPr>
          </a:p>
          <a:p>
            <a:pPr marL="914400" lvl="5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2">
                    <a:lumMod val="10000"/>
                  </a:schemeClr>
                </a:solidFill>
                <a:latin typeface="Franklin Gothic Book" panose="020B0503020102020204" pitchFamily="34" charset="0"/>
              </a:rPr>
              <a:t>~$50k needed for design</a:t>
            </a:r>
          </a:p>
          <a:p>
            <a:pPr marL="342900" lvl="1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2">
                    <a:lumMod val="10000"/>
                  </a:schemeClr>
                </a:solidFill>
                <a:latin typeface="Franklin Gothic Book" panose="020B0503020102020204" pitchFamily="34" charset="0"/>
              </a:rPr>
              <a:t>Option 2: Add additional $210k to extend project to Lincoln</a:t>
            </a:r>
          </a:p>
          <a:p>
            <a:pPr marL="914400" lvl="5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2">
                    <a:lumMod val="10000"/>
                  </a:schemeClr>
                </a:solidFill>
                <a:latin typeface="Franklin Gothic Book" panose="020B0503020102020204" pitchFamily="34" charset="0"/>
              </a:rPr>
              <a:t>~$60k needed for design</a:t>
            </a:r>
          </a:p>
          <a:p>
            <a:pPr lvl="4">
              <a:spcAft>
                <a:spcPts val="1200"/>
              </a:spcAft>
            </a:pPr>
            <a:r>
              <a:rPr lang="en-US" sz="2000" dirty="0">
                <a:solidFill>
                  <a:schemeClr val="bg2">
                    <a:lumMod val="10000"/>
                  </a:schemeClr>
                </a:solidFill>
                <a:latin typeface="Franklin Gothic Book" panose="020B0503020102020204" pitchFamily="34" charset="0"/>
              </a:rPr>
              <a:t>Notes:</a:t>
            </a:r>
          </a:p>
          <a:p>
            <a:pPr lvl="4">
              <a:spcAft>
                <a:spcPts val="1200"/>
              </a:spcAft>
            </a:pPr>
            <a:r>
              <a:rPr lang="en-US" sz="2000" dirty="0">
                <a:solidFill>
                  <a:schemeClr val="bg2">
                    <a:lumMod val="10000"/>
                  </a:schemeClr>
                </a:solidFill>
                <a:latin typeface="Franklin Gothic Book" panose="020B0503020102020204" pitchFamily="34" charset="0"/>
              </a:rPr>
              <a:t>Add retiming of the signals within project limits. TME to procure consultant and pay for this.</a:t>
            </a:r>
          </a:p>
          <a:p>
            <a:pPr lvl="4">
              <a:spcAft>
                <a:spcPts val="1200"/>
              </a:spcAft>
            </a:pPr>
            <a:r>
              <a:rPr lang="en-US" sz="2000" dirty="0">
                <a:solidFill>
                  <a:schemeClr val="bg2">
                    <a:lumMod val="10000"/>
                  </a:schemeClr>
                </a:solidFill>
                <a:latin typeface="Franklin Gothic Book" panose="020B0503020102020204" pitchFamily="34" charset="0"/>
              </a:rPr>
              <a:t>If cost of construction overruns $250k, then what? Vision Zero funding(?)</a:t>
            </a:r>
          </a:p>
          <a:p>
            <a:pPr lvl="4">
              <a:spcAft>
                <a:spcPts val="1200"/>
              </a:spcAft>
            </a:pPr>
            <a:r>
              <a:rPr lang="en-US" sz="2000" dirty="0">
                <a:solidFill>
                  <a:schemeClr val="bg2">
                    <a:lumMod val="10000"/>
                  </a:schemeClr>
                </a:solidFill>
                <a:latin typeface="Franklin Gothic Book" panose="020B0503020102020204" pitchFamily="34" charset="0"/>
              </a:rPr>
              <a:t>Use ad alts to include varying levels of investment in addition to Pearl to Franklin</a:t>
            </a:r>
          </a:p>
          <a:p>
            <a:pPr marL="914400" lvl="5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endParaRPr lang="en-US" sz="1800" dirty="0">
              <a:solidFill>
                <a:schemeClr val="bg2">
                  <a:lumMod val="10000"/>
                </a:schemeClr>
              </a:solidFill>
              <a:latin typeface="Franklin Gothic Book" panose="020B0503020102020204" pitchFamily="34" charset="0"/>
            </a:endParaRPr>
          </a:p>
          <a:p>
            <a:pPr lvl="2">
              <a:spcAft>
                <a:spcPts val="1200"/>
              </a:spcAft>
            </a:pPr>
            <a:endParaRPr lang="en-US" sz="2000" dirty="0">
              <a:solidFill>
                <a:schemeClr val="bg2">
                  <a:lumMod val="10000"/>
                </a:schemeClr>
              </a:solidFill>
              <a:latin typeface="Franklin Gothic Book" panose="020B0503020102020204" pitchFamily="34" charset="0"/>
            </a:endParaRPr>
          </a:p>
        </p:txBody>
      </p: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17F7738A-CBEF-2464-2455-8365C78B9270}"/>
              </a:ext>
            </a:extLst>
          </p:cNvPr>
          <p:cNvSpPr/>
          <p:nvPr/>
        </p:nvSpPr>
        <p:spPr>
          <a:xfrm>
            <a:off x="7558265" y="1069672"/>
            <a:ext cx="423746" cy="312234"/>
          </a:xfrm>
          <a:custGeom>
            <a:avLst/>
            <a:gdLst>
              <a:gd name="connsiteX0" fmla="*/ 0 w 423746"/>
              <a:gd name="connsiteY0" fmla="*/ 170986 h 312234"/>
              <a:gd name="connsiteX1" fmla="*/ 126380 w 423746"/>
              <a:gd name="connsiteY1" fmla="*/ 312234 h 312234"/>
              <a:gd name="connsiteX2" fmla="*/ 423746 w 423746"/>
              <a:gd name="connsiteY2" fmla="*/ 0 h 3122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23746" h="312234">
                <a:moveTo>
                  <a:pt x="0" y="170986"/>
                </a:moveTo>
                <a:lnTo>
                  <a:pt x="126380" y="312234"/>
                </a:lnTo>
                <a:lnTo>
                  <a:pt x="423746" y="0"/>
                </a:lnTo>
              </a:path>
            </a:pathLst>
          </a:custGeom>
          <a:noFill/>
          <a:ln w="73025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D3A2C51-9463-B753-58E3-36AE7879C54D}"/>
              </a:ext>
            </a:extLst>
          </p:cNvPr>
          <p:cNvSpPr txBox="1"/>
          <p:nvPr/>
        </p:nvSpPr>
        <p:spPr>
          <a:xfrm>
            <a:off x="7533701" y="1866829"/>
            <a:ext cx="57986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rgbClr val="F3901D"/>
                </a:solidFill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40204511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0E53D14-0B21-4BFD-A149-1C9EE404C971}"/>
              </a:ext>
            </a:extLst>
          </p:cNvPr>
          <p:cNvSpPr txBox="1">
            <a:spLocks/>
          </p:cNvSpPr>
          <p:nvPr/>
        </p:nvSpPr>
        <p:spPr>
          <a:xfrm>
            <a:off x="3691170" y="2113160"/>
            <a:ext cx="1761659" cy="458590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10000"/>
          </a:bodyPr>
          <a:lstStyle>
            <a:lvl1pPr marL="0" indent="0" algn="l" defTabSz="457200" rtl="0" eaLnBrk="1" latinLnBrk="0" hangingPunct="1">
              <a:spcBef>
                <a:spcPts val="0"/>
              </a:spcBef>
              <a:buFontTx/>
              <a:buNone/>
              <a:defRPr sz="2200" kern="1200" baseline="0">
                <a:solidFill>
                  <a:schemeClr val="tx1"/>
                </a:solidFill>
                <a:latin typeface="Franklin Gothic Book"/>
                <a:ea typeface="+mn-ea"/>
                <a:cs typeface="+mn-cs"/>
              </a:defRPr>
            </a:lvl1pPr>
            <a:lvl2pPr marL="0" indent="0" algn="l" defTabSz="457200" rtl="0" eaLnBrk="1" latinLnBrk="0" hangingPunct="1">
              <a:spcBef>
                <a:spcPts val="0"/>
              </a:spcBef>
              <a:buFontTx/>
              <a:buNone/>
              <a:defRPr sz="2200" kern="1200" baseline="0">
                <a:solidFill>
                  <a:schemeClr val="tx1"/>
                </a:solidFill>
                <a:latin typeface="Franklin Gothic Book"/>
                <a:ea typeface="+mn-ea"/>
                <a:cs typeface="+mn-cs"/>
              </a:defRPr>
            </a:lvl2pPr>
            <a:lvl3pPr marL="0" indent="0" algn="l" defTabSz="457200" rtl="0" eaLnBrk="1" latinLnBrk="0" hangingPunct="1">
              <a:spcBef>
                <a:spcPts val="0"/>
              </a:spcBef>
              <a:buFontTx/>
              <a:buNone/>
              <a:defRPr sz="2200" kern="1200" baseline="0">
                <a:solidFill>
                  <a:schemeClr val="tx1"/>
                </a:solidFill>
                <a:latin typeface="Franklin Gothic Book"/>
                <a:ea typeface="+mn-ea"/>
                <a:cs typeface="+mn-cs"/>
              </a:defRPr>
            </a:lvl3pPr>
            <a:lvl4pPr marL="0" indent="0" algn="l" defTabSz="457200" rtl="0" eaLnBrk="1" latinLnBrk="0" hangingPunct="1">
              <a:spcBef>
                <a:spcPts val="0"/>
              </a:spcBef>
              <a:buFontTx/>
              <a:buNone/>
              <a:defRPr sz="2200" kern="1200" baseline="0">
                <a:solidFill>
                  <a:schemeClr val="tx1"/>
                </a:solidFill>
                <a:latin typeface="Franklin Gothic Book"/>
                <a:ea typeface="+mn-ea"/>
                <a:cs typeface="+mn-cs"/>
              </a:defRPr>
            </a:lvl4pPr>
            <a:lvl5pPr marL="0" indent="0" algn="l" defTabSz="457200" rtl="0" eaLnBrk="1" latinLnBrk="0" hangingPunct="1">
              <a:spcBef>
                <a:spcPts val="0"/>
              </a:spcBef>
              <a:buFontTx/>
              <a:buNone/>
              <a:defRPr sz="2200" kern="1200" baseline="0">
                <a:solidFill>
                  <a:schemeClr val="tx1"/>
                </a:solidFill>
                <a:latin typeface="Franklin Gothic Book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1200"/>
              </a:spcAft>
            </a:pPr>
            <a:r>
              <a:rPr lang="en-US" sz="2800" dirty="0">
                <a:solidFill>
                  <a:schemeClr val="bg2">
                    <a:lumMod val="10000"/>
                  </a:schemeClr>
                </a:solidFill>
                <a:latin typeface="Franklin Gothic Book" panose="020B0503020102020204" pitchFamily="34" charset="0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34839171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4&quot;/&gt;&lt;lineCharCount val=&quot;17&quot;/&gt;&lt;lineCharCount val=&quot;7&quot;/&gt;&lt;lineCharCount val=&quot;13&quot;/&gt;&lt;lineCharCount val=&quot;11&quot;/&gt;&lt;/TableIndex&gt;&lt;/ShapeTextInfo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4&quot;/&gt;&lt;lineCharCount val=&quot;17&quot;/&gt;&lt;lineCharCount val=&quot;7&quot;/&gt;&lt;lineCharCount val=&quot;13&quot;/&gt;&lt;lineCharCount val=&quot;11&quot;/&gt;&lt;/TableIndex&gt;&lt;/ShapeTextInfo&gt;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4&quot;/&gt;&lt;lineCharCount val=&quot;17&quot;/&gt;&lt;lineCharCount val=&quot;7&quot;/&gt;&lt;lineCharCount val=&quot;13&quot;/&gt;&lt;lineCharCount val=&quot;11&quot;/&gt;&lt;/TableIndex&gt;&lt;/ShapeTextInfo&gt;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4&quot;/&gt;&lt;lineCharCount val=&quot;17&quot;/&gt;&lt;lineCharCount val=&quot;7&quot;/&gt;&lt;lineCharCount val=&quot;13&quot;/&gt;&lt;lineCharCount val=&quot;11&quot;/&gt;&lt;/TableIndex&gt;&lt;/ShapeTextInfo&gt;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4&quot;/&gt;&lt;lineCharCount val=&quot;17&quot;/&gt;&lt;lineCharCount val=&quot;7&quot;/&gt;&lt;lineCharCount val=&quot;13&quot;/&gt;&lt;lineCharCount val=&quot;11&quot;/&gt;&lt;/TableIndex&gt;&lt;/ShapeTextInfo&gt;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4&quot;/&gt;&lt;lineCharCount val=&quot;17&quot;/&gt;&lt;lineCharCount val=&quot;7&quot;/&gt;&lt;lineCharCount val=&quot;13&quot;/&gt;&lt;lineCharCount val=&quot;11&quot;/&gt;&lt;/TableIndex&gt;&lt;/ShapeTextInfo&gt;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4&quot;/&gt;&lt;lineCharCount val=&quot;17&quot;/&gt;&lt;lineCharCount val=&quot;7&quot;/&gt;&lt;lineCharCount val=&quot;13&quot;/&gt;&lt;lineCharCount val=&quot;11&quot;/&gt;&lt;/TableIndex&gt;&lt;/ShapeTextInfo&gt;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4&quot;/&gt;&lt;lineCharCount val=&quot;17&quot;/&gt;&lt;lineCharCount val=&quot;7&quot;/&gt;&lt;lineCharCount val=&quot;13&quot;/&gt;&lt;lineCharCount val=&quot;11&quot;/&gt;&lt;/TableIndex&gt;&lt;/ShapeTextInfo&gt;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4&quot;/&gt;&lt;lineCharCount val=&quot;17&quot;/&gt;&lt;lineCharCount val=&quot;7&quot;/&gt;&lt;lineCharCount val=&quot;13&quot;/&gt;&lt;lineCharCount val=&quot;11&quot;/&gt;&lt;/TableIndex&gt;&lt;/ShapeTextInfo&gt;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4&quot;/&gt;&lt;lineCharCount val=&quot;17&quot;/&gt;&lt;lineCharCount val=&quot;7&quot;/&gt;&lt;lineCharCount val=&quot;13&quot;/&gt;&lt;lineCharCount val=&quot;11&quot;/&gt;&lt;/TableIndex&gt;&lt;/ShapeTextInfo&gt;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4&quot;/&gt;&lt;lineCharCount val=&quot;17&quot;/&gt;&lt;lineCharCount val=&quot;7&quot;/&gt;&lt;lineCharCount val=&quot;13&quot;/&gt;&lt;lineCharCount val=&quot;11&quot;/&gt;&lt;/TableIndex&gt;&lt;/ShapeTextInfo&gt;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4&quot;/&gt;&lt;lineCharCount val=&quot;17&quot;/&gt;&lt;lineCharCount val=&quot;7&quot;/&gt;&lt;lineCharCount val=&quot;13&quot;/&gt;&lt;lineCharCount val=&quot;11&quot;/&gt;&lt;/TableIndex&gt;&lt;/ShapeTextInfo&gt;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4&quot;/&gt;&lt;lineCharCount val=&quot;17&quot;/&gt;&lt;lineCharCount val=&quot;7&quot;/&gt;&lt;lineCharCount val=&quot;13&quot;/&gt;&lt;lineCharCount val=&quot;11&quot;/&gt;&lt;/TableIndex&gt;&lt;/ShapeTextInfo&gt;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4&quot;/&gt;&lt;lineCharCount val=&quot;17&quot;/&gt;&lt;lineCharCount val=&quot;7&quot;/&gt;&lt;lineCharCount val=&quot;13&quot;/&gt;&lt;lineCharCount val=&quot;11&quot;/&gt;&lt;/TableIndex&gt;&lt;/ShapeTextInfo&gt;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4&quot;/&gt;&lt;lineCharCount val=&quot;17&quot;/&gt;&lt;lineCharCount val=&quot;7&quot;/&gt;&lt;lineCharCount val=&quot;13&quot;/&gt;&lt;lineCharCount val=&quot;11&quot;/&gt;&lt;/TableIndex&gt;&lt;/ShapeTextInfo&gt;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heme/theme1.xml><?xml version="1.0" encoding="utf-8"?>
<a:theme xmlns:a="http://schemas.openxmlformats.org/drawingml/2006/main" name="Office Theme">
  <a:themeElements>
    <a:clrScheme name="City of Denver Colors">
      <a:dk1>
        <a:srgbClr val="58595B"/>
      </a:dk1>
      <a:lt1>
        <a:sysClr val="window" lastClr="FFFFFF"/>
      </a:lt1>
      <a:dk2>
        <a:srgbClr val="002D56"/>
      </a:dk2>
      <a:lt2>
        <a:srgbClr val="DCDDE1"/>
      </a:lt2>
      <a:accent1>
        <a:srgbClr val="0096D6"/>
      </a:accent1>
      <a:accent2>
        <a:srgbClr val="D9531E"/>
      </a:accent2>
      <a:accent3>
        <a:srgbClr val="6D8D24"/>
      </a:accent3>
      <a:accent4>
        <a:srgbClr val="F3B913"/>
      </a:accent4>
      <a:accent5>
        <a:srgbClr val="F3901D"/>
      </a:accent5>
      <a:accent6>
        <a:srgbClr val="9FA646"/>
      </a:accent6>
      <a:hlink>
        <a:srgbClr val="005596"/>
      </a:hlink>
      <a:folHlink>
        <a:srgbClr val="400F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36BE1435E73A346B34AC8C7EACE1DEE" ma:contentTypeVersion="7" ma:contentTypeDescription="Create a new document." ma:contentTypeScope="" ma:versionID="da894e91ad7c221a997ea8af442a5aca">
  <xsd:schema xmlns:xsd="http://www.w3.org/2001/XMLSchema" xmlns:xs="http://www.w3.org/2001/XMLSchema" xmlns:p="http://schemas.microsoft.com/office/2006/metadata/properties" xmlns:ns2="a7a58cb8-39ae-4955-a76e-d194e884c36d" targetNamespace="http://schemas.microsoft.com/office/2006/metadata/properties" ma:root="true" ma:fieldsID="408d15b86781a74682b0018328157a7e" ns2:_="">
    <xsd:import namespace="a7a58cb8-39ae-4955-a76e-d194e884c36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7a58cb8-39ae-4955-a76e-d194e884c36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5C9E58B-CC67-4430-A220-6222C442BD69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78683CFD-6B63-47E8-B52B-3222324AFBB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1E907BF-F1BC-4612-8D6F-98B4CD8FEED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7a58cb8-39ae-4955-a76e-d194e884c36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15970</TotalTime>
  <Words>2725</Words>
  <Application>Microsoft Office PowerPoint</Application>
  <PresentationFormat>On-screen Show (16:9)</PresentationFormat>
  <Paragraphs>475</Paragraphs>
  <Slides>34</Slides>
  <Notes>33</Notes>
  <HiddenSlides>18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9" baseType="lpstr">
      <vt:lpstr>Arial</vt:lpstr>
      <vt:lpstr>Calibri</vt:lpstr>
      <vt:lpstr>Courier New</vt:lpstr>
      <vt:lpstr>Franklin Gothic Book</vt:lpstr>
      <vt:lpstr>Office Theme</vt:lpstr>
      <vt:lpstr>W Alameda Lane Reduction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Rassman Design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LIz</dc:creator>
  <cp:lastModifiedBy>Subramanian, Abi - DOTI CE2291 Project Manager I Engineering</cp:lastModifiedBy>
  <cp:revision>177</cp:revision>
  <dcterms:created xsi:type="dcterms:W3CDTF">2017-03-30T18:45:03Z</dcterms:created>
  <dcterms:modified xsi:type="dcterms:W3CDTF">2024-03-21T20:19:07Z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0x010100F36BE1435E73A346B34AC8C7EACE1DEE</vt:lpwstr>
  </property>
</Properties>
</file>